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3" r:id="rId4"/>
  </p:sldMasterIdLst>
  <p:notesMasterIdLst>
    <p:notesMasterId r:id="rId12"/>
  </p:notesMasterIdLst>
  <p:handoutMasterIdLst>
    <p:handoutMasterId r:id="rId13"/>
  </p:handoutMasterIdLst>
  <p:sldIdLst>
    <p:sldId id="482" r:id="rId5"/>
    <p:sldId id="488" r:id="rId6"/>
    <p:sldId id="466" r:id="rId7"/>
    <p:sldId id="489" r:id="rId8"/>
    <p:sldId id="492" r:id="rId9"/>
    <p:sldId id="493" r:id="rId10"/>
    <p:sldId id="472" r:id="rId11"/>
  </p:sldIdLst>
  <p:sldSz cx="11520488" cy="6480175"/>
  <p:notesSz cx="6858000" cy="9144000"/>
  <p:embeddedFontLst>
    <p:embeddedFont>
      <p:font typeface="Bagoss Standard" panose="020B0604020202020204" charset="0"/>
      <p:regular r:id="rId14"/>
      <p:bold r:id="rId15"/>
      <p:italic r:id="rId16"/>
      <p:boldItalic r:id="rId17"/>
    </p:embeddedFont>
    <p:embeddedFont>
      <p:font typeface="Bagoss Standard Light" panose="020B0604020202020204" charset="0"/>
      <p:regular r:id="rId18"/>
      <p:bold r:id="rId19"/>
      <p:italic r:id="rId20"/>
      <p:boldItalic r:id="rId21"/>
    </p:embeddedFont>
  </p:embeddedFontLst>
  <p:defaultTextStyle>
    <a:defPPr>
      <a:defRPr lang="nb-NO"/>
    </a:defPPr>
    <a:lvl1pPr marL="0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1962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3925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5887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7849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59810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1773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3735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5697" algn="l" defTabSz="863925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Your guide" id="{6FF9C1CF-D5AF-EA4A-B1D4-FDEA12055209}">
          <p14:sldIdLst>
            <p14:sldId id="482"/>
            <p14:sldId id="488"/>
            <p14:sldId id="466"/>
          </p14:sldIdLst>
        </p14:section>
        <p14:section name="Untitled Section" id="{0BD3C48A-6CFA-BD47-AF62-B4AF834C93C4}">
          <p14:sldIdLst>
            <p14:sldId id="489"/>
            <p14:sldId id="492"/>
            <p14:sldId id="493"/>
          </p14:sldIdLst>
        </p14:section>
        <p14:section name="Example content" id="{55ABFF38-C20A-8742-A4BD-BCE0BB60890A}">
          <p14:sldIdLst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FBE6"/>
    <a:srgbClr val="372AC6"/>
    <a:srgbClr val="0B0B26"/>
    <a:srgbClr val="7D7D7D"/>
    <a:srgbClr val="FFD6B8"/>
    <a:srgbClr val="000000"/>
    <a:srgbClr val="55E12E"/>
    <a:srgbClr val="3FBD5C"/>
    <a:srgbClr val="FFD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1" autoAdjust="0"/>
    <p:restoredTop sz="89966" autoAdjust="0"/>
  </p:normalViewPr>
  <p:slideViewPr>
    <p:cSldViewPr snapToGrid="0">
      <p:cViewPr varScale="1">
        <p:scale>
          <a:sx n="147" d="100"/>
          <a:sy n="147" d="100"/>
        </p:scale>
        <p:origin x="331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36E8F3E-4B2B-14CD-7476-A90D98D09C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1577" y="8258356"/>
            <a:ext cx="2500223" cy="64410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endParaRPr lang="en-GB" sz="100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FFD5C46-BCAC-C9E0-CE20-1A366BA355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218100"/>
            <a:ext cx="2500223" cy="68436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FDEF8777-F1DD-2847-BB0A-BAEC36F00D95}" type="slidenum">
              <a:rPr lang="en-GB" sz="1000" smtClean="0"/>
              <a:t>‹#›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425561924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564765" y="494073"/>
            <a:ext cx="5728470" cy="322226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564764" y="8580409"/>
            <a:ext cx="2407035" cy="33930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latin typeface="+mn-lt"/>
                <a:cs typeface="Bagoss Standard Light" panose="020B0304060102020204" pitchFamily="34" charset="77"/>
              </a:defRPr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580409"/>
            <a:ext cx="2407035" cy="33930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latin typeface="+mn-lt"/>
                <a:cs typeface="Bagoss Standard Light" panose="020B0304060102020204" pitchFamily="34" charset="77"/>
              </a:defRPr>
            </a:lvl1pPr>
          </a:lstStyle>
          <a:p>
            <a:fld id="{35E3E10E-603B-4E44-815C-E2CC8EC3635A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8" name="Plassholder for notater 7">
            <a:extLst>
              <a:ext uri="{FF2B5EF4-FFF2-40B4-BE49-F238E27FC236}">
                <a16:creationId xmlns:a16="http://schemas.microsoft.com/office/drawing/2014/main" id="{4615C0C9-C36D-2B5A-4F27-DB93CFACA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4765" y="3887638"/>
            <a:ext cx="5728470" cy="457199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11392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05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1pPr>
    <a:lvl2pPr marL="177800" indent="-171450" algn="l" defTabSz="914400" rtl="0" eaLnBrk="1" latinLnBrk="0" hangingPunct="1">
      <a:buFont typeface="Arial" panose="020B0604020202020204" pitchFamily="34" charset="0"/>
      <a:buChar char="•"/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2pPr>
    <a:lvl3pPr marL="177800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3pPr>
    <a:lvl4pPr marL="444500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4pPr>
    <a:lvl5pPr marL="712788" indent="0" algn="l" defTabSz="914400" rtl="0" eaLnBrk="1" latinLnBrk="0" hangingPunct="1">
      <a:tabLst/>
      <a:defRPr sz="1000" b="0" i="0" kern="1200">
        <a:solidFill>
          <a:schemeClr val="tx1"/>
        </a:solidFill>
        <a:latin typeface="+mn-lt"/>
        <a:ea typeface="+mn-ea"/>
        <a:cs typeface="Bagoss Standard Light" panose="020B0304060102020204" pitchFamily="34" charset="77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52258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549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565150" y="493713"/>
            <a:ext cx="5727700" cy="3222625"/>
          </a:xfrm>
        </p:spPr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10E-603B-4E44-815C-E2CC8EC3635A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862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 descr="Knowit logo">
            <a:extLst>
              <a:ext uri="{FF2B5EF4-FFF2-40B4-BE49-F238E27FC236}">
                <a16:creationId xmlns:a16="http://schemas.microsoft.com/office/drawing/2014/main" id="{10A1A6A0-1743-D531-5543-36A60D303530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4" y="2156400"/>
            <a:ext cx="7134517" cy="1846659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9" y="5209200"/>
            <a:ext cx="7134517" cy="155620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57189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Information </a:t>
            </a:r>
            <a:r>
              <a:rPr lang="en-GB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Classification</a:t>
            </a:r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: INTERNAL</a:t>
            </a:r>
            <a:endParaRPr lang="nb-NO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16" name="Colours">
            <a:extLst>
              <a:ext uri="{FF2B5EF4-FFF2-40B4-BE49-F238E27FC236}">
                <a16:creationId xmlns:a16="http://schemas.microsoft.com/office/drawing/2014/main" id="{77F4A40C-16FA-1EA6-1AC8-9DFB4D4D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05C71F76-9C4C-E8F0-EC33-F5AF4FC2CA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26">
              <a:extLst>
                <a:ext uri="{FF2B5EF4-FFF2-40B4-BE49-F238E27FC236}">
                  <a16:creationId xmlns:a16="http://schemas.microsoft.com/office/drawing/2014/main" id="{55B71609-CE8E-3BE4-DB6D-8B139093C6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5D9F013-3380-806B-1F3F-1C720B6D6A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9" name="Gruppe 28">
              <a:extLst>
                <a:ext uri="{FF2B5EF4-FFF2-40B4-BE49-F238E27FC236}">
                  <a16:creationId xmlns:a16="http://schemas.microsoft.com/office/drawing/2014/main" id="{4F5BC6BF-8040-25EF-8BF1-45228298DB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2A1B185D-7D7F-9566-04B5-78BEF5CFF7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0CC2654-20D8-E86B-FD26-6CED558FC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952E96DC-194B-24F9-1AF9-871940A05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EC268E2E-F54A-A335-8F5C-073842575F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431058C0-3A8D-6E07-58FB-4E9DC9A3BE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B2EEBCCE-FBB6-A826-C83B-0A9352A78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486884C-31FD-854F-FE35-241DFD7580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BFDAE8-C645-538D-A3D7-C10E40770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3" name="Bilde 7">
              <a:extLst>
                <a:ext uri="{FF2B5EF4-FFF2-40B4-BE49-F238E27FC236}">
                  <a16:creationId xmlns:a16="http://schemas.microsoft.com/office/drawing/2014/main" id="{D4268F78-CC12-3D54-090F-2A276D433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4" name="Avrundet rektangel 8">
              <a:extLst>
                <a:ext uri="{FF2B5EF4-FFF2-40B4-BE49-F238E27FC236}">
                  <a16:creationId xmlns:a16="http://schemas.microsoft.com/office/drawing/2014/main" id="{C3750C46-79A4-5A5B-F186-826BE9A38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856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 descr="Knowit logo">
            <a:extLst>
              <a:ext uri="{FF2B5EF4-FFF2-40B4-BE49-F238E27FC236}">
                <a16:creationId xmlns:a16="http://schemas.microsoft.com/office/drawing/2014/main" id="{359346D0-1DA2-058A-2B1D-804ED6F93B9D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4" y="2156400"/>
            <a:ext cx="7134517" cy="1846659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9" y="5209966"/>
            <a:ext cx="7134517" cy="155620"/>
          </a:xfrm>
        </p:spPr>
        <p:txBody>
          <a:bodyPr anchor="b" anchorCtr="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57189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 b="0" i="0" u="none" strike="noStrike" noProof="1">
                <a:solidFill>
                  <a:schemeClr val="tx2"/>
                </a:solidFill>
                <a:effectLst/>
                <a:latin typeface="+mn-lt"/>
              </a:rPr>
              <a:t>Information Classification: INTERNAL</a:t>
            </a:r>
            <a:endParaRPr lang="en-GB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7" name="Colours">
            <a:extLst>
              <a:ext uri="{FF2B5EF4-FFF2-40B4-BE49-F238E27FC236}">
                <a16:creationId xmlns:a16="http://schemas.microsoft.com/office/drawing/2014/main" id="{B569C6F3-52A5-0510-62A6-EBE664AE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6" name="Avrundet rektangel 15">
              <a:extLst>
                <a:ext uri="{FF2B5EF4-FFF2-40B4-BE49-F238E27FC236}">
                  <a16:creationId xmlns:a16="http://schemas.microsoft.com/office/drawing/2014/main" id="{5F35CE5A-87A2-E2FE-9900-CDC5A0469E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1E237488-D1D9-D490-30CD-BD54475D04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366241C8-A0A3-17DF-FB63-333EC9E467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8" name="Gruppe 27">
              <a:extLst>
                <a:ext uri="{FF2B5EF4-FFF2-40B4-BE49-F238E27FC236}">
                  <a16:creationId xmlns:a16="http://schemas.microsoft.com/office/drawing/2014/main" id="{BCFE0DD1-DB35-612F-5F77-18306D05C3D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F6EFB272-D487-95CB-4A07-7F6DCF385D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AA5DB4A4-71A5-7E9E-9B70-9E27868B4D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3598305-FBD5-9915-498C-4ACAAD8308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CC9A3A63-04D2-3389-6988-0614D99EA5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9116C07-CA53-1225-30BE-3305307720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DD4AB7D4-DC5C-2850-7107-83A6EEC285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B8DDBAD5-7D09-1686-85F3-60D6C487C6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B0235F-6D57-5921-67FC-CA88C9083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1" name="Bilde 7">
              <a:extLst>
                <a:ext uri="{FF2B5EF4-FFF2-40B4-BE49-F238E27FC236}">
                  <a16:creationId xmlns:a16="http://schemas.microsoft.com/office/drawing/2014/main" id="{01BFF05B-FE9C-C62D-9D01-81CF55661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2" name="Avrundet rektangel 8">
              <a:extLst>
                <a:ext uri="{FF2B5EF4-FFF2-40B4-BE49-F238E27FC236}">
                  <a16:creationId xmlns:a16="http://schemas.microsoft.com/office/drawing/2014/main" id="{9489C9BB-B162-F957-AE18-8279942CF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830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0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 descr="Knowit logo">
            <a:extLst>
              <a:ext uri="{FF2B5EF4-FFF2-40B4-BE49-F238E27FC236}">
                <a16:creationId xmlns:a16="http://schemas.microsoft.com/office/drawing/2014/main" id="{10A1A6A0-1743-D531-5543-36A60D303530}"/>
              </a:ext>
            </a:extLst>
          </p:cNvPr>
          <p:cNvSpPr/>
          <p:nvPr userDrawn="1"/>
        </p:nvSpPr>
        <p:spPr>
          <a:xfrm>
            <a:off x="357187" y="1270209"/>
            <a:ext cx="1337798" cy="304591"/>
          </a:xfrm>
          <a:custGeom>
            <a:avLst/>
            <a:gdLst>
              <a:gd name="connsiteX0" fmla="*/ 1244505 w 2750404"/>
              <a:gd name="connsiteY0" fmla="*/ 228336 h 626214"/>
              <a:gd name="connsiteX1" fmla="*/ 1096111 w 2750404"/>
              <a:gd name="connsiteY1" fmla="*/ 386941 h 626214"/>
              <a:gd name="connsiteX2" fmla="*/ 1245868 w 2750404"/>
              <a:gd name="connsiteY2" fmla="*/ 548280 h 626214"/>
              <a:gd name="connsiteX3" fmla="*/ 1395623 w 2750404"/>
              <a:gd name="connsiteY3" fmla="*/ 389675 h 626214"/>
              <a:gd name="connsiteX4" fmla="*/ 1244505 w 2750404"/>
              <a:gd name="connsiteY4" fmla="*/ 228336 h 626214"/>
              <a:gd name="connsiteX5" fmla="*/ 2223362 w 2750404"/>
              <a:gd name="connsiteY5" fmla="*/ 159973 h 626214"/>
              <a:gd name="connsiteX6" fmla="*/ 2324107 w 2750404"/>
              <a:gd name="connsiteY6" fmla="*/ 159973 h 626214"/>
              <a:gd name="connsiteX7" fmla="*/ 2326831 w 2750404"/>
              <a:gd name="connsiteY7" fmla="*/ 159973 h 626214"/>
              <a:gd name="connsiteX8" fmla="*/ 2340445 w 2750404"/>
              <a:gd name="connsiteY8" fmla="*/ 176381 h 626214"/>
              <a:gd name="connsiteX9" fmla="*/ 2340445 w 2750404"/>
              <a:gd name="connsiteY9" fmla="*/ 537343 h 626214"/>
              <a:gd name="connsiteX10" fmla="*/ 2377203 w 2750404"/>
              <a:gd name="connsiteY10" fmla="*/ 537343 h 626214"/>
              <a:gd name="connsiteX11" fmla="*/ 2381286 w 2750404"/>
              <a:gd name="connsiteY11" fmla="*/ 537343 h 626214"/>
              <a:gd name="connsiteX12" fmla="*/ 2394900 w 2750404"/>
              <a:gd name="connsiteY12" fmla="*/ 555116 h 626214"/>
              <a:gd name="connsiteX13" fmla="*/ 2394900 w 2750404"/>
              <a:gd name="connsiteY13" fmla="*/ 601606 h 626214"/>
              <a:gd name="connsiteX14" fmla="*/ 2394900 w 2750404"/>
              <a:gd name="connsiteY14" fmla="*/ 605707 h 626214"/>
              <a:gd name="connsiteX15" fmla="*/ 2377203 w 2750404"/>
              <a:gd name="connsiteY15" fmla="*/ 619379 h 626214"/>
              <a:gd name="connsiteX16" fmla="*/ 2194773 w 2750404"/>
              <a:gd name="connsiteY16" fmla="*/ 619379 h 626214"/>
              <a:gd name="connsiteX17" fmla="*/ 2190689 w 2750404"/>
              <a:gd name="connsiteY17" fmla="*/ 619379 h 626214"/>
              <a:gd name="connsiteX18" fmla="*/ 2177074 w 2750404"/>
              <a:gd name="connsiteY18" fmla="*/ 601606 h 626214"/>
              <a:gd name="connsiteX19" fmla="*/ 2177074 w 2750404"/>
              <a:gd name="connsiteY19" fmla="*/ 556484 h 626214"/>
              <a:gd name="connsiteX20" fmla="*/ 2177074 w 2750404"/>
              <a:gd name="connsiteY20" fmla="*/ 552382 h 626214"/>
              <a:gd name="connsiteX21" fmla="*/ 2194773 w 2750404"/>
              <a:gd name="connsiteY21" fmla="*/ 538709 h 626214"/>
              <a:gd name="connsiteX22" fmla="*/ 2261482 w 2750404"/>
              <a:gd name="connsiteY22" fmla="*/ 538709 h 626214"/>
              <a:gd name="connsiteX23" fmla="*/ 2261482 w 2750404"/>
              <a:gd name="connsiteY23" fmla="*/ 240642 h 626214"/>
              <a:gd name="connsiteX24" fmla="*/ 2224724 w 2750404"/>
              <a:gd name="connsiteY24" fmla="*/ 240642 h 626214"/>
              <a:gd name="connsiteX25" fmla="*/ 2220640 w 2750404"/>
              <a:gd name="connsiteY25" fmla="*/ 240642 h 626214"/>
              <a:gd name="connsiteX26" fmla="*/ 2207025 w 2750404"/>
              <a:gd name="connsiteY26" fmla="*/ 222868 h 626214"/>
              <a:gd name="connsiteX27" fmla="*/ 2207025 w 2750404"/>
              <a:gd name="connsiteY27" fmla="*/ 177747 h 626214"/>
              <a:gd name="connsiteX28" fmla="*/ 2207025 w 2750404"/>
              <a:gd name="connsiteY28" fmla="*/ 173646 h 626214"/>
              <a:gd name="connsiteX29" fmla="*/ 2223362 w 2750404"/>
              <a:gd name="connsiteY29" fmla="*/ 159973 h 626214"/>
              <a:gd name="connsiteX30" fmla="*/ 1481392 w 2750404"/>
              <a:gd name="connsiteY30" fmla="*/ 158605 h 626214"/>
              <a:gd name="connsiteX31" fmla="*/ 1639316 w 2750404"/>
              <a:gd name="connsiteY31" fmla="*/ 158605 h 626214"/>
              <a:gd name="connsiteX32" fmla="*/ 1643400 w 2750404"/>
              <a:gd name="connsiteY32" fmla="*/ 158605 h 626214"/>
              <a:gd name="connsiteX33" fmla="*/ 1657014 w 2750404"/>
              <a:gd name="connsiteY33" fmla="*/ 175013 h 626214"/>
              <a:gd name="connsiteX34" fmla="*/ 1657014 w 2750404"/>
              <a:gd name="connsiteY34" fmla="*/ 220132 h 626214"/>
              <a:gd name="connsiteX35" fmla="*/ 1657014 w 2750404"/>
              <a:gd name="connsiteY35" fmla="*/ 224235 h 626214"/>
              <a:gd name="connsiteX36" fmla="*/ 1639316 w 2750404"/>
              <a:gd name="connsiteY36" fmla="*/ 237907 h 626214"/>
              <a:gd name="connsiteX37" fmla="*/ 1603919 w 2750404"/>
              <a:gd name="connsiteY37" fmla="*/ 237907 h 626214"/>
              <a:gd name="connsiteX38" fmla="*/ 1678798 w 2750404"/>
              <a:gd name="connsiteY38" fmla="*/ 481283 h 626214"/>
              <a:gd name="connsiteX39" fmla="*/ 1783625 w 2750404"/>
              <a:gd name="connsiteY39" fmla="*/ 172278 h 626214"/>
              <a:gd name="connsiteX40" fmla="*/ 1802686 w 2750404"/>
              <a:gd name="connsiteY40" fmla="*/ 158605 h 626214"/>
              <a:gd name="connsiteX41" fmla="*/ 1833997 w 2750404"/>
              <a:gd name="connsiteY41" fmla="*/ 158605 h 626214"/>
              <a:gd name="connsiteX42" fmla="*/ 1853058 w 2750404"/>
              <a:gd name="connsiteY42" fmla="*/ 172278 h 626214"/>
              <a:gd name="connsiteX43" fmla="*/ 1959249 w 2750404"/>
              <a:gd name="connsiteY43" fmla="*/ 481283 h 626214"/>
              <a:gd name="connsiteX44" fmla="*/ 2034126 w 2750404"/>
              <a:gd name="connsiteY44" fmla="*/ 239274 h 626214"/>
              <a:gd name="connsiteX45" fmla="*/ 1998729 w 2750404"/>
              <a:gd name="connsiteY45" fmla="*/ 239274 h 626214"/>
              <a:gd name="connsiteX46" fmla="*/ 1994645 w 2750404"/>
              <a:gd name="connsiteY46" fmla="*/ 239274 h 626214"/>
              <a:gd name="connsiteX47" fmla="*/ 1981031 w 2750404"/>
              <a:gd name="connsiteY47" fmla="*/ 221500 h 626214"/>
              <a:gd name="connsiteX48" fmla="*/ 1981031 w 2750404"/>
              <a:gd name="connsiteY48" fmla="*/ 176379 h 626214"/>
              <a:gd name="connsiteX49" fmla="*/ 1981031 w 2750404"/>
              <a:gd name="connsiteY49" fmla="*/ 172278 h 626214"/>
              <a:gd name="connsiteX50" fmla="*/ 1998729 w 2750404"/>
              <a:gd name="connsiteY50" fmla="*/ 158605 h 626214"/>
              <a:gd name="connsiteX51" fmla="*/ 2155292 w 2750404"/>
              <a:gd name="connsiteY51" fmla="*/ 158605 h 626214"/>
              <a:gd name="connsiteX52" fmla="*/ 2158015 w 2750404"/>
              <a:gd name="connsiteY52" fmla="*/ 159972 h 626214"/>
              <a:gd name="connsiteX53" fmla="*/ 2171629 w 2750404"/>
              <a:gd name="connsiteY53" fmla="*/ 176379 h 626214"/>
              <a:gd name="connsiteX54" fmla="*/ 2171629 w 2750404"/>
              <a:gd name="connsiteY54" fmla="*/ 221500 h 626214"/>
              <a:gd name="connsiteX55" fmla="*/ 2171629 w 2750404"/>
              <a:gd name="connsiteY55" fmla="*/ 224235 h 626214"/>
              <a:gd name="connsiteX56" fmla="*/ 2153930 w 2750404"/>
              <a:gd name="connsiteY56" fmla="*/ 237907 h 626214"/>
              <a:gd name="connsiteX57" fmla="*/ 2117172 w 2750404"/>
              <a:gd name="connsiteY57" fmla="*/ 237907 h 626214"/>
              <a:gd name="connsiteX58" fmla="*/ 1991922 w 2750404"/>
              <a:gd name="connsiteY58" fmla="*/ 604338 h 626214"/>
              <a:gd name="connsiteX59" fmla="*/ 1972863 w 2750404"/>
              <a:gd name="connsiteY59" fmla="*/ 618011 h 626214"/>
              <a:gd name="connsiteX60" fmla="*/ 1938827 w 2750404"/>
              <a:gd name="connsiteY60" fmla="*/ 618011 h 626214"/>
              <a:gd name="connsiteX61" fmla="*/ 1919767 w 2750404"/>
              <a:gd name="connsiteY61" fmla="*/ 604338 h 626214"/>
              <a:gd name="connsiteX62" fmla="*/ 1816300 w 2750404"/>
              <a:gd name="connsiteY62" fmla="*/ 303537 h 626214"/>
              <a:gd name="connsiteX63" fmla="*/ 1712832 w 2750404"/>
              <a:gd name="connsiteY63" fmla="*/ 604338 h 626214"/>
              <a:gd name="connsiteX64" fmla="*/ 1693772 w 2750404"/>
              <a:gd name="connsiteY64" fmla="*/ 618011 h 626214"/>
              <a:gd name="connsiteX65" fmla="*/ 1659737 w 2750404"/>
              <a:gd name="connsiteY65" fmla="*/ 618011 h 626214"/>
              <a:gd name="connsiteX66" fmla="*/ 1640677 w 2750404"/>
              <a:gd name="connsiteY66" fmla="*/ 604338 h 626214"/>
              <a:gd name="connsiteX67" fmla="*/ 1516789 w 2750404"/>
              <a:gd name="connsiteY67" fmla="*/ 237907 h 626214"/>
              <a:gd name="connsiteX68" fmla="*/ 1480030 w 2750404"/>
              <a:gd name="connsiteY68" fmla="*/ 237907 h 626214"/>
              <a:gd name="connsiteX69" fmla="*/ 1477308 w 2750404"/>
              <a:gd name="connsiteY69" fmla="*/ 237907 h 626214"/>
              <a:gd name="connsiteX70" fmla="*/ 1463693 w 2750404"/>
              <a:gd name="connsiteY70" fmla="*/ 220132 h 626214"/>
              <a:gd name="connsiteX71" fmla="*/ 1463693 w 2750404"/>
              <a:gd name="connsiteY71" fmla="*/ 175013 h 626214"/>
              <a:gd name="connsiteX72" fmla="*/ 1463693 w 2750404"/>
              <a:gd name="connsiteY72" fmla="*/ 172278 h 626214"/>
              <a:gd name="connsiteX73" fmla="*/ 1481392 w 2750404"/>
              <a:gd name="connsiteY73" fmla="*/ 158605 h 626214"/>
              <a:gd name="connsiteX74" fmla="*/ 773457 w 2750404"/>
              <a:gd name="connsiteY74" fmla="*/ 150401 h 626214"/>
              <a:gd name="connsiteX75" fmla="*/ 959970 w 2750404"/>
              <a:gd name="connsiteY75" fmla="*/ 341820 h 626214"/>
              <a:gd name="connsiteX76" fmla="*/ 959970 w 2750404"/>
              <a:gd name="connsiteY76" fmla="*/ 537342 h 626214"/>
              <a:gd name="connsiteX77" fmla="*/ 996730 w 2750404"/>
              <a:gd name="connsiteY77" fmla="*/ 537342 h 626214"/>
              <a:gd name="connsiteX78" fmla="*/ 1002174 w 2750404"/>
              <a:gd name="connsiteY78" fmla="*/ 537342 h 626214"/>
              <a:gd name="connsiteX79" fmla="*/ 1015788 w 2750404"/>
              <a:gd name="connsiteY79" fmla="*/ 555116 h 626214"/>
              <a:gd name="connsiteX80" fmla="*/ 1015788 w 2750404"/>
              <a:gd name="connsiteY80" fmla="*/ 601603 h 626214"/>
              <a:gd name="connsiteX81" fmla="*/ 1015788 w 2750404"/>
              <a:gd name="connsiteY81" fmla="*/ 605706 h 626214"/>
              <a:gd name="connsiteX82" fmla="*/ 998090 w 2750404"/>
              <a:gd name="connsiteY82" fmla="*/ 619378 h 626214"/>
              <a:gd name="connsiteX83" fmla="*/ 845612 w 2750404"/>
              <a:gd name="connsiteY83" fmla="*/ 619378 h 626214"/>
              <a:gd name="connsiteX84" fmla="*/ 841528 w 2750404"/>
              <a:gd name="connsiteY84" fmla="*/ 619378 h 626214"/>
              <a:gd name="connsiteX85" fmla="*/ 827913 w 2750404"/>
              <a:gd name="connsiteY85" fmla="*/ 601603 h 626214"/>
              <a:gd name="connsiteX86" fmla="*/ 827913 w 2750404"/>
              <a:gd name="connsiteY86" fmla="*/ 556484 h 626214"/>
              <a:gd name="connsiteX87" fmla="*/ 827913 w 2750404"/>
              <a:gd name="connsiteY87" fmla="*/ 552381 h 626214"/>
              <a:gd name="connsiteX88" fmla="*/ 844250 w 2750404"/>
              <a:gd name="connsiteY88" fmla="*/ 537342 h 626214"/>
              <a:gd name="connsiteX89" fmla="*/ 881009 w 2750404"/>
              <a:gd name="connsiteY89" fmla="*/ 537342 h 626214"/>
              <a:gd name="connsiteX90" fmla="*/ 881009 w 2750404"/>
              <a:gd name="connsiteY90" fmla="*/ 350024 h 626214"/>
              <a:gd name="connsiteX91" fmla="*/ 769373 w 2750404"/>
              <a:gd name="connsiteY91" fmla="*/ 226969 h 626214"/>
              <a:gd name="connsiteX92" fmla="*/ 645484 w 2750404"/>
              <a:gd name="connsiteY92" fmla="*/ 355493 h 626214"/>
              <a:gd name="connsiteX93" fmla="*/ 645484 w 2750404"/>
              <a:gd name="connsiteY93" fmla="*/ 537342 h 626214"/>
              <a:gd name="connsiteX94" fmla="*/ 680881 w 2750404"/>
              <a:gd name="connsiteY94" fmla="*/ 537342 h 626214"/>
              <a:gd name="connsiteX95" fmla="*/ 684965 w 2750404"/>
              <a:gd name="connsiteY95" fmla="*/ 537342 h 626214"/>
              <a:gd name="connsiteX96" fmla="*/ 698579 w 2750404"/>
              <a:gd name="connsiteY96" fmla="*/ 555116 h 626214"/>
              <a:gd name="connsiteX97" fmla="*/ 698579 w 2750404"/>
              <a:gd name="connsiteY97" fmla="*/ 601603 h 626214"/>
              <a:gd name="connsiteX98" fmla="*/ 698579 w 2750404"/>
              <a:gd name="connsiteY98" fmla="*/ 604338 h 626214"/>
              <a:gd name="connsiteX99" fmla="*/ 680881 w 2750404"/>
              <a:gd name="connsiteY99" fmla="*/ 618010 h 626214"/>
              <a:gd name="connsiteX100" fmla="*/ 528403 w 2750404"/>
              <a:gd name="connsiteY100" fmla="*/ 618010 h 626214"/>
              <a:gd name="connsiteX101" fmla="*/ 525680 w 2750404"/>
              <a:gd name="connsiteY101" fmla="*/ 618010 h 626214"/>
              <a:gd name="connsiteX102" fmla="*/ 510704 w 2750404"/>
              <a:gd name="connsiteY102" fmla="*/ 601603 h 626214"/>
              <a:gd name="connsiteX103" fmla="*/ 510704 w 2750404"/>
              <a:gd name="connsiteY103" fmla="*/ 556484 h 626214"/>
              <a:gd name="connsiteX104" fmla="*/ 510704 w 2750404"/>
              <a:gd name="connsiteY104" fmla="*/ 552381 h 626214"/>
              <a:gd name="connsiteX105" fmla="*/ 528403 w 2750404"/>
              <a:gd name="connsiteY105" fmla="*/ 538708 h 626214"/>
              <a:gd name="connsiteX106" fmla="*/ 565161 w 2750404"/>
              <a:gd name="connsiteY106" fmla="*/ 538708 h 626214"/>
              <a:gd name="connsiteX107" fmla="*/ 565161 w 2750404"/>
              <a:gd name="connsiteY107" fmla="*/ 240641 h 626214"/>
              <a:gd name="connsiteX108" fmla="*/ 528403 w 2750404"/>
              <a:gd name="connsiteY108" fmla="*/ 240641 h 626214"/>
              <a:gd name="connsiteX109" fmla="*/ 524319 w 2750404"/>
              <a:gd name="connsiteY109" fmla="*/ 240641 h 626214"/>
              <a:gd name="connsiteX110" fmla="*/ 510704 w 2750404"/>
              <a:gd name="connsiteY110" fmla="*/ 222868 h 626214"/>
              <a:gd name="connsiteX111" fmla="*/ 510704 w 2750404"/>
              <a:gd name="connsiteY111" fmla="*/ 177747 h 626214"/>
              <a:gd name="connsiteX112" fmla="*/ 510704 w 2750404"/>
              <a:gd name="connsiteY112" fmla="*/ 173645 h 626214"/>
              <a:gd name="connsiteX113" fmla="*/ 528403 w 2750404"/>
              <a:gd name="connsiteY113" fmla="*/ 159973 h 626214"/>
              <a:gd name="connsiteX114" fmla="*/ 626424 w 2750404"/>
              <a:gd name="connsiteY114" fmla="*/ 159973 h 626214"/>
              <a:gd name="connsiteX115" fmla="*/ 630509 w 2750404"/>
              <a:gd name="connsiteY115" fmla="*/ 159973 h 626214"/>
              <a:gd name="connsiteX116" fmla="*/ 644123 w 2750404"/>
              <a:gd name="connsiteY116" fmla="*/ 176380 h 626214"/>
              <a:gd name="connsiteX117" fmla="*/ 644123 w 2750404"/>
              <a:gd name="connsiteY117" fmla="*/ 198256 h 626214"/>
              <a:gd name="connsiteX118" fmla="*/ 773457 w 2750404"/>
              <a:gd name="connsiteY118" fmla="*/ 150401 h 626214"/>
              <a:gd name="connsiteX119" fmla="*/ 1245868 w 2750404"/>
              <a:gd name="connsiteY119" fmla="*/ 150400 h 626214"/>
              <a:gd name="connsiteX120" fmla="*/ 1251312 w 2750404"/>
              <a:gd name="connsiteY120" fmla="*/ 151768 h 626214"/>
              <a:gd name="connsiteX121" fmla="*/ 1478669 w 2750404"/>
              <a:gd name="connsiteY121" fmla="*/ 388307 h 626214"/>
              <a:gd name="connsiteX122" fmla="*/ 1478669 w 2750404"/>
              <a:gd name="connsiteY122" fmla="*/ 392408 h 626214"/>
              <a:gd name="connsiteX123" fmla="*/ 1244505 w 2750404"/>
              <a:gd name="connsiteY123" fmla="*/ 626214 h 626214"/>
              <a:gd name="connsiteX124" fmla="*/ 1240421 w 2750404"/>
              <a:gd name="connsiteY124" fmla="*/ 626214 h 626214"/>
              <a:gd name="connsiteX125" fmla="*/ 1013065 w 2750404"/>
              <a:gd name="connsiteY125" fmla="*/ 389675 h 626214"/>
              <a:gd name="connsiteX126" fmla="*/ 1013065 w 2750404"/>
              <a:gd name="connsiteY126" fmla="*/ 384206 h 626214"/>
              <a:gd name="connsiteX127" fmla="*/ 1245868 w 2750404"/>
              <a:gd name="connsiteY127" fmla="*/ 150400 h 626214"/>
              <a:gd name="connsiteX128" fmla="*/ 2490201 w 2750404"/>
              <a:gd name="connsiteY128" fmla="*/ 47856 h 626214"/>
              <a:gd name="connsiteX129" fmla="*/ 2536489 w 2750404"/>
              <a:gd name="connsiteY129" fmla="*/ 47856 h 626214"/>
              <a:gd name="connsiteX130" fmla="*/ 2540573 w 2750404"/>
              <a:gd name="connsiteY130" fmla="*/ 47856 h 626214"/>
              <a:gd name="connsiteX131" fmla="*/ 2554187 w 2750404"/>
              <a:gd name="connsiteY131" fmla="*/ 65630 h 626214"/>
              <a:gd name="connsiteX132" fmla="*/ 2554187 w 2750404"/>
              <a:gd name="connsiteY132" fmla="*/ 159973 h 626214"/>
              <a:gd name="connsiteX133" fmla="*/ 2660377 w 2750404"/>
              <a:gd name="connsiteY133" fmla="*/ 159973 h 626214"/>
              <a:gd name="connsiteX134" fmla="*/ 2663100 w 2750404"/>
              <a:gd name="connsiteY134" fmla="*/ 159973 h 626214"/>
              <a:gd name="connsiteX135" fmla="*/ 2676714 w 2750404"/>
              <a:gd name="connsiteY135" fmla="*/ 176380 h 626214"/>
              <a:gd name="connsiteX136" fmla="*/ 2676714 w 2750404"/>
              <a:gd name="connsiteY136" fmla="*/ 221500 h 626214"/>
              <a:gd name="connsiteX137" fmla="*/ 2676714 w 2750404"/>
              <a:gd name="connsiteY137" fmla="*/ 225602 h 626214"/>
              <a:gd name="connsiteX138" fmla="*/ 2659017 w 2750404"/>
              <a:gd name="connsiteY138" fmla="*/ 239275 h 626214"/>
              <a:gd name="connsiteX139" fmla="*/ 2552826 w 2750404"/>
              <a:gd name="connsiteY139" fmla="*/ 239275 h 626214"/>
              <a:gd name="connsiteX140" fmla="*/ 2552826 w 2750404"/>
              <a:gd name="connsiteY140" fmla="*/ 485385 h 626214"/>
              <a:gd name="connsiteX141" fmla="*/ 2615452 w 2750404"/>
              <a:gd name="connsiteY141" fmla="*/ 546913 h 626214"/>
              <a:gd name="connsiteX142" fmla="*/ 2669907 w 2750404"/>
              <a:gd name="connsiteY142" fmla="*/ 486752 h 626214"/>
              <a:gd name="connsiteX143" fmla="*/ 2669907 w 2750404"/>
              <a:gd name="connsiteY143" fmla="*/ 401980 h 626214"/>
              <a:gd name="connsiteX144" fmla="*/ 2669907 w 2750404"/>
              <a:gd name="connsiteY144" fmla="*/ 397879 h 626214"/>
              <a:gd name="connsiteX145" fmla="*/ 2687605 w 2750404"/>
              <a:gd name="connsiteY145" fmla="*/ 384207 h 626214"/>
              <a:gd name="connsiteX146" fmla="*/ 2731172 w 2750404"/>
              <a:gd name="connsiteY146" fmla="*/ 384207 h 626214"/>
              <a:gd name="connsiteX147" fmla="*/ 2736616 w 2750404"/>
              <a:gd name="connsiteY147" fmla="*/ 385573 h 626214"/>
              <a:gd name="connsiteX148" fmla="*/ 2750230 w 2750404"/>
              <a:gd name="connsiteY148" fmla="*/ 403348 h 626214"/>
              <a:gd name="connsiteX149" fmla="*/ 2750230 w 2750404"/>
              <a:gd name="connsiteY149" fmla="*/ 494955 h 626214"/>
              <a:gd name="connsiteX150" fmla="*/ 2610005 w 2750404"/>
              <a:gd name="connsiteY150" fmla="*/ 626214 h 626214"/>
              <a:gd name="connsiteX151" fmla="*/ 2473864 w 2750404"/>
              <a:gd name="connsiteY151" fmla="*/ 490854 h 626214"/>
              <a:gd name="connsiteX152" fmla="*/ 2473864 w 2750404"/>
              <a:gd name="connsiteY152" fmla="*/ 240642 h 626214"/>
              <a:gd name="connsiteX153" fmla="*/ 2424853 w 2750404"/>
              <a:gd name="connsiteY153" fmla="*/ 240642 h 626214"/>
              <a:gd name="connsiteX154" fmla="*/ 2420769 w 2750404"/>
              <a:gd name="connsiteY154" fmla="*/ 240642 h 626214"/>
              <a:gd name="connsiteX155" fmla="*/ 2407154 w 2750404"/>
              <a:gd name="connsiteY155" fmla="*/ 222868 h 626214"/>
              <a:gd name="connsiteX156" fmla="*/ 2407154 w 2750404"/>
              <a:gd name="connsiteY156" fmla="*/ 177747 h 626214"/>
              <a:gd name="connsiteX157" fmla="*/ 2407154 w 2750404"/>
              <a:gd name="connsiteY157" fmla="*/ 175012 h 626214"/>
              <a:gd name="connsiteX158" fmla="*/ 2423491 w 2750404"/>
              <a:gd name="connsiteY158" fmla="*/ 161340 h 626214"/>
              <a:gd name="connsiteX159" fmla="*/ 2472502 w 2750404"/>
              <a:gd name="connsiteY159" fmla="*/ 161340 h 626214"/>
              <a:gd name="connsiteX160" fmla="*/ 2472502 w 2750404"/>
              <a:gd name="connsiteY160" fmla="*/ 65630 h 626214"/>
              <a:gd name="connsiteX161" fmla="*/ 2472502 w 2750404"/>
              <a:gd name="connsiteY161" fmla="*/ 61529 h 626214"/>
              <a:gd name="connsiteX162" fmla="*/ 2490201 w 2750404"/>
              <a:gd name="connsiteY162" fmla="*/ 47856 h 626214"/>
              <a:gd name="connsiteX163" fmla="*/ 17873 w 2750404"/>
              <a:gd name="connsiteY163" fmla="*/ 46489 h 626214"/>
              <a:gd name="connsiteX164" fmla="*/ 118617 w 2750404"/>
              <a:gd name="connsiteY164" fmla="*/ 46489 h 626214"/>
              <a:gd name="connsiteX165" fmla="*/ 122702 w 2750404"/>
              <a:gd name="connsiteY165" fmla="*/ 46489 h 626214"/>
              <a:gd name="connsiteX166" fmla="*/ 136316 w 2750404"/>
              <a:gd name="connsiteY166" fmla="*/ 64263 h 626214"/>
              <a:gd name="connsiteX167" fmla="*/ 136316 w 2750404"/>
              <a:gd name="connsiteY167" fmla="*/ 396513 h 626214"/>
              <a:gd name="connsiteX168" fmla="*/ 345974 w 2750404"/>
              <a:gd name="connsiteY168" fmla="*/ 184584 h 626214"/>
              <a:gd name="connsiteX169" fmla="*/ 392262 w 2750404"/>
              <a:gd name="connsiteY169" fmla="*/ 158606 h 626214"/>
              <a:gd name="connsiteX170" fmla="*/ 457610 w 2750404"/>
              <a:gd name="connsiteY170" fmla="*/ 158606 h 626214"/>
              <a:gd name="connsiteX171" fmla="*/ 458971 w 2750404"/>
              <a:gd name="connsiteY171" fmla="*/ 157238 h 626214"/>
              <a:gd name="connsiteX172" fmla="*/ 472585 w 2750404"/>
              <a:gd name="connsiteY172" fmla="*/ 175013 h 626214"/>
              <a:gd name="connsiteX173" fmla="*/ 472585 w 2750404"/>
              <a:gd name="connsiteY173" fmla="*/ 221501 h 626214"/>
              <a:gd name="connsiteX174" fmla="*/ 472585 w 2750404"/>
              <a:gd name="connsiteY174" fmla="*/ 224236 h 626214"/>
              <a:gd name="connsiteX175" fmla="*/ 456248 w 2750404"/>
              <a:gd name="connsiteY175" fmla="*/ 237908 h 626214"/>
              <a:gd name="connsiteX176" fmla="*/ 394985 w 2750404"/>
              <a:gd name="connsiteY176" fmla="*/ 237908 h 626214"/>
              <a:gd name="connsiteX177" fmla="*/ 269735 w 2750404"/>
              <a:gd name="connsiteY177" fmla="*/ 366433 h 626214"/>
              <a:gd name="connsiteX178" fmla="*/ 407238 w 2750404"/>
              <a:gd name="connsiteY178" fmla="*/ 537342 h 626214"/>
              <a:gd name="connsiteX179" fmla="*/ 456248 w 2750404"/>
              <a:gd name="connsiteY179" fmla="*/ 537342 h 626214"/>
              <a:gd name="connsiteX180" fmla="*/ 460333 w 2750404"/>
              <a:gd name="connsiteY180" fmla="*/ 537342 h 626214"/>
              <a:gd name="connsiteX181" fmla="*/ 473947 w 2750404"/>
              <a:gd name="connsiteY181" fmla="*/ 555117 h 626214"/>
              <a:gd name="connsiteX182" fmla="*/ 473947 w 2750404"/>
              <a:gd name="connsiteY182" fmla="*/ 597502 h 626214"/>
              <a:gd name="connsiteX183" fmla="*/ 473947 w 2750404"/>
              <a:gd name="connsiteY183" fmla="*/ 601605 h 626214"/>
              <a:gd name="connsiteX184" fmla="*/ 457610 w 2750404"/>
              <a:gd name="connsiteY184" fmla="*/ 615277 h 626214"/>
              <a:gd name="connsiteX185" fmla="*/ 397708 w 2750404"/>
              <a:gd name="connsiteY185" fmla="*/ 615277 h 626214"/>
              <a:gd name="connsiteX186" fmla="*/ 352781 w 2750404"/>
              <a:gd name="connsiteY186" fmla="*/ 592033 h 626214"/>
              <a:gd name="connsiteX187" fmla="*/ 213917 w 2750404"/>
              <a:gd name="connsiteY187" fmla="*/ 422490 h 626214"/>
              <a:gd name="connsiteX188" fmla="*/ 134954 w 2750404"/>
              <a:gd name="connsiteY188" fmla="*/ 503160 h 626214"/>
              <a:gd name="connsiteX189" fmla="*/ 134954 w 2750404"/>
              <a:gd name="connsiteY189" fmla="*/ 537342 h 626214"/>
              <a:gd name="connsiteX190" fmla="*/ 170351 w 2750404"/>
              <a:gd name="connsiteY190" fmla="*/ 537342 h 626214"/>
              <a:gd name="connsiteX191" fmla="*/ 174435 w 2750404"/>
              <a:gd name="connsiteY191" fmla="*/ 537342 h 626214"/>
              <a:gd name="connsiteX192" fmla="*/ 188049 w 2750404"/>
              <a:gd name="connsiteY192" fmla="*/ 555117 h 626214"/>
              <a:gd name="connsiteX193" fmla="*/ 188049 w 2750404"/>
              <a:gd name="connsiteY193" fmla="*/ 601605 h 626214"/>
              <a:gd name="connsiteX194" fmla="*/ 188049 w 2750404"/>
              <a:gd name="connsiteY194" fmla="*/ 605706 h 626214"/>
              <a:gd name="connsiteX195" fmla="*/ 170351 w 2750404"/>
              <a:gd name="connsiteY195" fmla="*/ 618012 h 626214"/>
              <a:gd name="connsiteX196" fmla="*/ 17873 w 2750404"/>
              <a:gd name="connsiteY196" fmla="*/ 618012 h 626214"/>
              <a:gd name="connsiteX197" fmla="*/ 13789 w 2750404"/>
              <a:gd name="connsiteY197" fmla="*/ 618012 h 626214"/>
              <a:gd name="connsiteX198" fmla="*/ 174 w 2750404"/>
              <a:gd name="connsiteY198" fmla="*/ 600237 h 626214"/>
              <a:gd name="connsiteX199" fmla="*/ 174 w 2750404"/>
              <a:gd name="connsiteY199" fmla="*/ 555117 h 626214"/>
              <a:gd name="connsiteX200" fmla="*/ 174 w 2750404"/>
              <a:gd name="connsiteY200" fmla="*/ 551015 h 626214"/>
              <a:gd name="connsiteX201" fmla="*/ 17873 w 2750404"/>
              <a:gd name="connsiteY201" fmla="*/ 537342 h 626214"/>
              <a:gd name="connsiteX202" fmla="*/ 54631 w 2750404"/>
              <a:gd name="connsiteY202" fmla="*/ 537342 h 626214"/>
              <a:gd name="connsiteX203" fmla="*/ 54631 w 2750404"/>
              <a:gd name="connsiteY203" fmla="*/ 127158 h 626214"/>
              <a:gd name="connsiteX204" fmla="*/ 17873 w 2750404"/>
              <a:gd name="connsiteY204" fmla="*/ 127158 h 626214"/>
              <a:gd name="connsiteX205" fmla="*/ 13789 w 2750404"/>
              <a:gd name="connsiteY205" fmla="*/ 127158 h 626214"/>
              <a:gd name="connsiteX206" fmla="*/ 174 w 2750404"/>
              <a:gd name="connsiteY206" fmla="*/ 109384 h 626214"/>
              <a:gd name="connsiteX207" fmla="*/ 174 w 2750404"/>
              <a:gd name="connsiteY207" fmla="*/ 64263 h 626214"/>
              <a:gd name="connsiteX208" fmla="*/ 174 w 2750404"/>
              <a:gd name="connsiteY208" fmla="*/ 60162 h 626214"/>
              <a:gd name="connsiteX209" fmla="*/ 17873 w 2750404"/>
              <a:gd name="connsiteY209" fmla="*/ 46489 h 626214"/>
              <a:gd name="connsiteX210" fmla="*/ 2298240 w 2750404"/>
              <a:gd name="connsiteY210" fmla="*/ 0 h 626214"/>
              <a:gd name="connsiteX211" fmla="*/ 2348612 w 2750404"/>
              <a:gd name="connsiteY211" fmla="*/ 50590 h 626214"/>
              <a:gd name="connsiteX212" fmla="*/ 2298240 w 2750404"/>
              <a:gd name="connsiteY212" fmla="*/ 101178 h 626214"/>
              <a:gd name="connsiteX213" fmla="*/ 2247868 w 2750404"/>
              <a:gd name="connsiteY213" fmla="*/ 50590 h 626214"/>
              <a:gd name="connsiteX214" fmla="*/ 2298240 w 2750404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4" h="626214">
                <a:moveTo>
                  <a:pt x="1244505" y="228336"/>
                </a:moveTo>
                <a:cubicBezTo>
                  <a:pt x="1160098" y="228336"/>
                  <a:pt x="1096111" y="296698"/>
                  <a:pt x="1096111" y="386941"/>
                </a:cubicBezTo>
                <a:cubicBezTo>
                  <a:pt x="1096111" y="477181"/>
                  <a:pt x="1161459" y="548280"/>
                  <a:pt x="1245868" y="548280"/>
                </a:cubicBezTo>
                <a:cubicBezTo>
                  <a:pt x="1330275" y="548280"/>
                  <a:pt x="1395623" y="479916"/>
                  <a:pt x="1395623" y="389675"/>
                </a:cubicBezTo>
                <a:cubicBezTo>
                  <a:pt x="1395623" y="299434"/>
                  <a:pt x="1328914" y="228336"/>
                  <a:pt x="1244505" y="228336"/>
                </a:cubicBezTo>
                <a:close/>
                <a:moveTo>
                  <a:pt x="2223362" y="159973"/>
                </a:moveTo>
                <a:lnTo>
                  <a:pt x="2324107" y="159973"/>
                </a:lnTo>
                <a:cubicBezTo>
                  <a:pt x="2324107" y="159973"/>
                  <a:pt x="2325468" y="159973"/>
                  <a:pt x="2326831" y="159973"/>
                </a:cubicBezTo>
                <a:cubicBezTo>
                  <a:pt x="2334998" y="159973"/>
                  <a:pt x="2341805" y="168177"/>
                  <a:pt x="2340445" y="176381"/>
                </a:cubicBezTo>
                <a:lnTo>
                  <a:pt x="2340445" y="537343"/>
                </a:lnTo>
                <a:lnTo>
                  <a:pt x="2377203" y="537343"/>
                </a:lnTo>
                <a:cubicBezTo>
                  <a:pt x="2378563" y="537343"/>
                  <a:pt x="2379926" y="537343"/>
                  <a:pt x="2381286" y="537343"/>
                </a:cubicBezTo>
                <a:cubicBezTo>
                  <a:pt x="2389456" y="538709"/>
                  <a:pt x="2396263" y="546914"/>
                  <a:pt x="2394900" y="555116"/>
                </a:cubicBezTo>
                <a:lnTo>
                  <a:pt x="2394900" y="601606"/>
                </a:lnTo>
                <a:cubicBezTo>
                  <a:pt x="2394900" y="602972"/>
                  <a:pt x="2394900" y="604339"/>
                  <a:pt x="2394900" y="605707"/>
                </a:cubicBezTo>
                <a:cubicBezTo>
                  <a:pt x="2393540" y="613910"/>
                  <a:pt x="2385370" y="620746"/>
                  <a:pt x="2377203" y="619379"/>
                </a:cubicBezTo>
                <a:lnTo>
                  <a:pt x="2194773" y="619379"/>
                </a:lnTo>
                <a:cubicBezTo>
                  <a:pt x="2193411" y="619379"/>
                  <a:pt x="2192050" y="619379"/>
                  <a:pt x="2190689" y="619379"/>
                </a:cubicBezTo>
                <a:cubicBezTo>
                  <a:pt x="2182520" y="618011"/>
                  <a:pt x="2175713" y="609808"/>
                  <a:pt x="2177074" y="601606"/>
                </a:cubicBezTo>
                <a:lnTo>
                  <a:pt x="2177074" y="556484"/>
                </a:lnTo>
                <a:cubicBezTo>
                  <a:pt x="2177074" y="555116"/>
                  <a:pt x="2177074" y="553750"/>
                  <a:pt x="2177074" y="552382"/>
                </a:cubicBezTo>
                <a:cubicBezTo>
                  <a:pt x="2178436" y="544178"/>
                  <a:pt x="2186604" y="537343"/>
                  <a:pt x="2194773" y="538709"/>
                </a:cubicBezTo>
                <a:lnTo>
                  <a:pt x="2261482" y="538709"/>
                </a:lnTo>
                <a:lnTo>
                  <a:pt x="2261482" y="240642"/>
                </a:lnTo>
                <a:lnTo>
                  <a:pt x="2224724" y="240642"/>
                </a:lnTo>
                <a:cubicBezTo>
                  <a:pt x="2223362" y="240642"/>
                  <a:pt x="2222001" y="240642"/>
                  <a:pt x="2220640" y="240642"/>
                </a:cubicBezTo>
                <a:cubicBezTo>
                  <a:pt x="2212471" y="239275"/>
                  <a:pt x="2205664" y="231072"/>
                  <a:pt x="2207025" y="222868"/>
                </a:cubicBezTo>
                <a:lnTo>
                  <a:pt x="2207025" y="177747"/>
                </a:lnTo>
                <a:cubicBezTo>
                  <a:pt x="2207025" y="176381"/>
                  <a:pt x="2207025" y="175013"/>
                  <a:pt x="2207025" y="173646"/>
                </a:cubicBezTo>
                <a:cubicBezTo>
                  <a:pt x="2207025" y="165442"/>
                  <a:pt x="2215194" y="158605"/>
                  <a:pt x="2223362" y="159973"/>
                </a:cubicBezTo>
                <a:close/>
                <a:moveTo>
                  <a:pt x="1481392" y="158605"/>
                </a:moveTo>
                <a:lnTo>
                  <a:pt x="1639316" y="158605"/>
                </a:lnTo>
                <a:cubicBezTo>
                  <a:pt x="1640677" y="158605"/>
                  <a:pt x="1642038" y="158605"/>
                  <a:pt x="1643400" y="158605"/>
                </a:cubicBezTo>
                <a:cubicBezTo>
                  <a:pt x="1651568" y="158605"/>
                  <a:pt x="1658375" y="166809"/>
                  <a:pt x="1657014" y="175013"/>
                </a:cubicBezTo>
                <a:lnTo>
                  <a:pt x="1657014" y="220132"/>
                </a:lnTo>
                <a:cubicBezTo>
                  <a:pt x="1657014" y="221500"/>
                  <a:pt x="1657014" y="222867"/>
                  <a:pt x="1657014" y="224235"/>
                </a:cubicBezTo>
                <a:cubicBezTo>
                  <a:pt x="1655654" y="232438"/>
                  <a:pt x="1647484" y="239274"/>
                  <a:pt x="1639316" y="237907"/>
                </a:cubicBezTo>
                <a:lnTo>
                  <a:pt x="1603919" y="237907"/>
                </a:lnTo>
                <a:lnTo>
                  <a:pt x="1678798" y="481283"/>
                </a:lnTo>
                <a:lnTo>
                  <a:pt x="1783625" y="172278"/>
                </a:lnTo>
                <a:cubicBezTo>
                  <a:pt x="1786349" y="164074"/>
                  <a:pt x="1794518" y="158605"/>
                  <a:pt x="1802686" y="158605"/>
                </a:cubicBezTo>
                <a:lnTo>
                  <a:pt x="1833997" y="158605"/>
                </a:lnTo>
                <a:cubicBezTo>
                  <a:pt x="1842167" y="158605"/>
                  <a:pt x="1850336" y="164074"/>
                  <a:pt x="1853058" y="172278"/>
                </a:cubicBezTo>
                <a:lnTo>
                  <a:pt x="1959249" y="481283"/>
                </a:lnTo>
                <a:lnTo>
                  <a:pt x="2034126" y="239274"/>
                </a:lnTo>
                <a:lnTo>
                  <a:pt x="1998729" y="239274"/>
                </a:lnTo>
                <a:cubicBezTo>
                  <a:pt x="1997368" y="239274"/>
                  <a:pt x="1996007" y="239274"/>
                  <a:pt x="1994645" y="239274"/>
                </a:cubicBezTo>
                <a:cubicBezTo>
                  <a:pt x="1986477" y="237907"/>
                  <a:pt x="1979670" y="229704"/>
                  <a:pt x="1981031" y="221500"/>
                </a:cubicBezTo>
                <a:lnTo>
                  <a:pt x="1981031" y="176379"/>
                </a:lnTo>
                <a:cubicBezTo>
                  <a:pt x="1981031" y="175013"/>
                  <a:pt x="1981031" y="173645"/>
                  <a:pt x="1981031" y="172278"/>
                </a:cubicBezTo>
                <a:cubicBezTo>
                  <a:pt x="1982392" y="162706"/>
                  <a:pt x="1990561" y="157237"/>
                  <a:pt x="1998729" y="158605"/>
                </a:cubicBezTo>
                <a:lnTo>
                  <a:pt x="2155292" y="158605"/>
                </a:lnTo>
                <a:cubicBezTo>
                  <a:pt x="2156653" y="158605"/>
                  <a:pt x="2158015" y="158605"/>
                  <a:pt x="2158015" y="159972"/>
                </a:cubicBezTo>
                <a:cubicBezTo>
                  <a:pt x="2166183" y="159972"/>
                  <a:pt x="2172990" y="168175"/>
                  <a:pt x="2171629" y="176379"/>
                </a:cubicBezTo>
                <a:lnTo>
                  <a:pt x="2171629" y="221500"/>
                </a:lnTo>
                <a:cubicBezTo>
                  <a:pt x="2171629" y="221500"/>
                  <a:pt x="2171629" y="222867"/>
                  <a:pt x="2171629" y="224235"/>
                </a:cubicBezTo>
                <a:cubicBezTo>
                  <a:pt x="2170267" y="232438"/>
                  <a:pt x="2162099" y="239274"/>
                  <a:pt x="2153930" y="237907"/>
                </a:cubicBezTo>
                <a:lnTo>
                  <a:pt x="2117172" y="237907"/>
                </a:lnTo>
                <a:lnTo>
                  <a:pt x="1991922" y="604338"/>
                </a:lnTo>
                <a:cubicBezTo>
                  <a:pt x="1989200" y="612541"/>
                  <a:pt x="1981031" y="618011"/>
                  <a:pt x="1972863" y="618011"/>
                </a:cubicBezTo>
                <a:lnTo>
                  <a:pt x="1938827" y="618011"/>
                </a:lnTo>
                <a:cubicBezTo>
                  <a:pt x="1930659" y="618011"/>
                  <a:pt x="1922490" y="612541"/>
                  <a:pt x="1919767" y="604338"/>
                </a:cubicBezTo>
                <a:lnTo>
                  <a:pt x="1816300" y="303537"/>
                </a:lnTo>
                <a:lnTo>
                  <a:pt x="1712832" y="604338"/>
                </a:lnTo>
                <a:cubicBezTo>
                  <a:pt x="1710109" y="612541"/>
                  <a:pt x="1701942" y="618011"/>
                  <a:pt x="1693772" y="618011"/>
                </a:cubicBezTo>
                <a:lnTo>
                  <a:pt x="1659737" y="618011"/>
                </a:lnTo>
                <a:cubicBezTo>
                  <a:pt x="1651568" y="618011"/>
                  <a:pt x="1643400" y="612541"/>
                  <a:pt x="1640677" y="604338"/>
                </a:cubicBezTo>
                <a:lnTo>
                  <a:pt x="1516789" y="237907"/>
                </a:lnTo>
                <a:lnTo>
                  <a:pt x="1480030" y="237907"/>
                </a:lnTo>
                <a:cubicBezTo>
                  <a:pt x="1480030" y="237907"/>
                  <a:pt x="1478669" y="237907"/>
                  <a:pt x="1477308" y="237907"/>
                </a:cubicBezTo>
                <a:cubicBezTo>
                  <a:pt x="1469139" y="236539"/>
                  <a:pt x="1462332" y="228336"/>
                  <a:pt x="1463693" y="220132"/>
                </a:cubicBezTo>
                <a:lnTo>
                  <a:pt x="1463693" y="175013"/>
                </a:lnTo>
                <a:cubicBezTo>
                  <a:pt x="1463693" y="175013"/>
                  <a:pt x="1463693" y="173645"/>
                  <a:pt x="1463693" y="172278"/>
                </a:cubicBezTo>
                <a:cubicBezTo>
                  <a:pt x="1465055" y="164074"/>
                  <a:pt x="1473223" y="157237"/>
                  <a:pt x="1481392" y="158605"/>
                </a:cubicBezTo>
                <a:close/>
                <a:moveTo>
                  <a:pt x="773457" y="150401"/>
                </a:moveTo>
                <a:cubicBezTo>
                  <a:pt x="886454" y="150401"/>
                  <a:pt x="959970" y="225602"/>
                  <a:pt x="959970" y="341820"/>
                </a:cubicBezTo>
                <a:lnTo>
                  <a:pt x="959970" y="537342"/>
                </a:lnTo>
                <a:lnTo>
                  <a:pt x="996730" y="537342"/>
                </a:lnTo>
                <a:cubicBezTo>
                  <a:pt x="998090" y="537342"/>
                  <a:pt x="999451" y="537342"/>
                  <a:pt x="1002174" y="537342"/>
                </a:cubicBezTo>
                <a:cubicBezTo>
                  <a:pt x="1010344" y="538708"/>
                  <a:pt x="1017150" y="546912"/>
                  <a:pt x="1015788" y="555116"/>
                </a:cubicBezTo>
                <a:lnTo>
                  <a:pt x="1015788" y="601603"/>
                </a:lnTo>
                <a:cubicBezTo>
                  <a:pt x="1015788" y="602971"/>
                  <a:pt x="1015788" y="604338"/>
                  <a:pt x="1015788" y="605706"/>
                </a:cubicBezTo>
                <a:cubicBezTo>
                  <a:pt x="1014427" y="613909"/>
                  <a:pt x="1006258" y="620745"/>
                  <a:pt x="998090" y="619378"/>
                </a:cubicBezTo>
                <a:lnTo>
                  <a:pt x="845612" y="619378"/>
                </a:lnTo>
                <a:cubicBezTo>
                  <a:pt x="844250" y="619378"/>
                  <a:pt x="842889" y="619378"/>
                  <a:pt x="841528" y="619378"/>
                </a:cubicBezTo>
                <a:cubicBezTo>
                  <a:pt x="833359" y="618010"/>
                  <a:pt x="826552" y="609807"/>
                  <a:pt x="827913" y="601603"/>
                </a:cubicBezTo>
                <a:lnTo>
                  <a:pt x="827913" y="556484"/>
                </a:lnTo>
                <a:cubicBezTo>
                  <a:pt x="827913" y="555116"/>
                  <a:pt x="827913" y="553749"/>
                  <a:pt x="827913" y="552381"/>
                </a:cubicBezTo>
                <a:cubicBezTo>
                  <a:pt x="827913" y="542811"/>
                  <a:pt x="836082" y="535974"/>
                  <a:pt x="844250" y="537342"/>
                </a:cubicBezTo>
                <a:lnTo>
                  <a:pt x="881009" y="537342"/>
                </a:lnTo>
                <a:lnTo>
                  <a:pt x="881009" y="350024"/>
                </a:lnTo>
                <a:cubicBezTo>
                  <a:pt x="881009" y="272090"/>
                  <a:pt x="841528" y="226969"/>
                  <a:pt x="769373" y="226969"/>
                </a:cubicBezTo>
                <a:cubicBezTo>
                  <a:pt x="697218" y="226969"/>
                  <a:pt x="645484" y="280293"/>
                  <a:pt x="645484" y="355493"/>
                </a:cubicBezTo>
                <a:lnTo>
                  <a:pt x="645484" y="537342"/>
                </a:lnTo>
                <a:lnTo>
                  <a:pt x="680881" y="537342"/>
                </a:lnTo>
                <a:cubicBezTo>
                  <a:pt x="682242" y="537342"/>
                  <a:pt x="683604" y="537342"/>
                  <a:pt x="684965" y="537342"/>
                </a:cubicBezTo>
                <a:cubicBezTo>
                  <a:pt x="693134" y="538708"/>
                  <a:pt x="699941" y="546912"/>
                  <a:pt x="698579" y="555116"/>
                </a:cubicBezTo>
                <a:lnTo>
                  <a:pt x="698579" y="601603"/>
                </a:lnTo>
                <a:cubicBezTo>
                  <a:pt x="698579" y="601603"/>
                  <a:pt x="698579" y="602971"/>
                  <a:pt x="698579" y="604338"/>
                </a:cubicBezTo>
                <a:cubicBezTo>
                  <a:pt x="697218" y="612541"/>
                  <a:pt x="689049" y="619378"/>
                  <a:pt x="680881" y="618010"/>
                </a:cubicBezTo>
                <a:lnTo>
                  <a:pt x="528403" y="618010"/>
                </a:lnTo>
                <a:cubicBezTo>
                  <a:pt x="527041" y="618010"/>
                  <a:pt x="527041" y="618010"/>
                  <a:pt x="525680" y="618010"/>
                </a:cubicBezTo>
                <a:cubicBezTo>
                  <a:pt x="516150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6" y="544177"/>
                  <a:pt x="520234" y="537342"/>
                  <a:pt x="528403" y="538708"/>
                </a:cubicBezTo>
                <a:lnTo>
                  <a:pt x="565161" y="538708"/>
                </a:lnTo>
                <a:lnTo>
                  <a:pt x="565161" y="240641"/>
                </a:lnTo>
                <a:lnTo>
                  <a:pt x="528403" y="240641"/>
                </a:lnTo>
                <a:cubicBezTo>
                  <a:pt x="527041" y="240641"/>
                  <a:pt x="525680" y="240641"/>
                  <a:pt x="524319" y="240641"/>
                </a:cubicBezTo>
                <a:cubicBezTo>
                  <a:pt x="516150" y="239275"/>
                  <a:pt x="509343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5"/>
                </a:cubicBezTo>
                <a:cubicBezTo>
                  <a:pt x="512066" y="164074"/>
                  <a:pt x="520234" y="158605"/>
                  <a:pt x="528403" y="159973"/>
                </a:cubicBezTo>
                <a:lnTo>
                  <a:pt x="626424" y="159973"/>
                </a:lnTo>
                <a:cubicBezTo>
                  <a:pt x="627786" y="159973"/>
                  <a:pt x="629147" y="159973"/>
                  <a:pt x="630509" y="159973"/>
                </a:cubicBezTo>
                <a:cubicBezTo>
                  <a:pt x="638677" y="159973"/>
                  <a:pt x="645484" y="168176"/>
                  <a:pt x="644123" y="176380"/>
                </a:cubicBezTo>
                <a:lnTo>
                  <a:pt x="644123" y="198256"/>
                </a:lnTo>
                <a:cubicBezTo>
                  <a:pt x="679520" y="165442"/>
                  <a:pt x="725808" y="149034"/>
                  <a:pt x="773457" y="150401"/>
                </a:cubicBezTo>
                <a:close/>
                <a:moveTo>
                  <a:pt x="1245868" y="150400"/>
                </a:moveTo>
                <a:cubicBezTo>
                  <a:pt x="1247228" y="150400"/>
                  <a:pt x="1248589" y="150400"/>
                  <a:pt x="1251312" y="151768"/>
                </a:cubicBezTo>
                <a:cubicBezTo>
                  <a:pt x="1379286" y="154502"/>
                  <a:pt x="1481392" y="259783"/>
                  <a:pt x="1478669" y="388307"/>
                </a:cubicBezTo>
                <a:cubicBezTo>
                  <a:pt x="1478669" y="389675"/>
                  <a:pt x="1478669" y="391042"/>
                  <a:pt x="1478669" y="392408"/>
                </a:cubicBezTo>
                <a:cubicBezTo>
                  <a:pt x="1478669" y="520934"/>
                  <a:pt x="1373840" y="626214"/>
                  <a:pt x="1244505" y="626214"/>
                </a:cubicBezTo>
                <a:cubicBezTo>
                  <a:pt x="1243145" y="626214"/>
                  <a:pt x="1241782" y="626214"/>
                  <a:pt x="1240421" y="626214"/>
                </a:cubicBezTo>
                <a:cubicBezTo>
                  <a:pt x="1112448" y="623480"/>
                  <a:pt x="1010342" y="518200"/>
                  <a:pt x="1013065" y="389675"/>
                </a:cubicBezTo>
                <a:cubicBezTo>
                  <a:pt x="1013065" y="386941"/>
                  <a:pt x="1013065" y="385573"/>
                  <a:pt x="1013065" y="384206"/>
                </a:cubicBezTo>
                <a:cubicBezTo>
                  <a:pt x="1013065" y="255681"/>
                  <a:pt x="1116532" y="150400"/>
                  <a:pt x="1245868" y="150400"/>
                </a:cubicBezTo>
                <a:close/>
                <a:moveTo>
                  <a:pt x="2490201" y="47856"/>
                </a:moveTo>
                <a:lnTo>
                  <a:pt x="2536489" y="47856"/>
                </a:lnTo>
                <a:cubicBezTo>
                  <a:pt x="2537850" y="47856"/>
                  <a:pt x="2539211" y="47856"/>
                  <a:pt x="2540573" y="47856"/>
                </a:cubicBezTo>
                <a:cubicBezTo>
                  <a:pt x="2550103" y="49223"/>
                  <a:pt x="2555548" y="57426"/>
                  <a:pt x="2554187" y="65630"/>
                </a:cubicBezTo>
                <a:lnTo>
                  <a:pt x="2554187" y="159973"/>
                </a:lnTo>
                <a:lnTo>
                  <a:pt x="2660377" y="159973"/>
                </a:lnTo>
                <a:cubicBezTo>
                  <a:pt x="2660377" y="159973"/>
                  <a:pt x="2661738" y="159973"/>
                  <a:pt x="2663100" y="159973"/>
                </a:cubicBezTo>
                <a:cubicBezTo>
                  <a:pt x="2671268" y="159973"/>
                  <a:pt x="2678075" y="168177"/>
                  <a:pt x="2676714" y="176380"/>
                </a:cubicBezTo>
                <a:lnTo>
                  <a:pt x="2676714" y="221500"/>
                </a:lnTo>
                <a:cubicBezTo>
                  <a:pt x="2676714" y="222868"/>
                  <a:pt x="2676714" y="224234"/>
                  <a:pt x="2676714" y="225602"/>
                </a:cubicBezTo>
                <a:cubicBezTo>
                  <a:pt x="2675354" y="233806"/>
                  <a:pt x="2667184" y="240642"/>
                  <a:pt x="2659017" y="239275"/>
                </a:cubicBezTo>
                <a:lnTo>
                  <a:pt x="2552826" y="239275"/>
                </a:lnTo>
                <a:lnTo>
                  <a:pt x="2552826" y="485385"/>
                </a:lnTo>
                <a:cubicBezTo>
                  <a:pt x="2552826" y="529138"/>
                  <a:pt x="2571885" y="546913"/>
                  <a:pt x="2615452" y="546913"/>
                </a:cubicBezTo>
                <a:cubicBezTo>
                  <a:pt x="2646763" y="545545"/>
                  <a:pt x="2671268" y="518200"/>
                  <a:pt x="2669907" y="486752"/>
                </a:cubicBezTo>
                <a:lnTo>
                  <a:pt x="2669907" y="401980"/>
                </a:lnTo>
                <a:cubicBezTo>
                  <a:pt x="2669907" y="400614"/>
                  <a:pt x="2669907" y="399246"/>
                  <a:pt x="2669907" y="397879"/>
                </a:cubicBezTo>
                <a:cubicBezTo>
                  <a:pt x="2671268" y="389676"/>
                  <a:pt x="2679438" y="382839"/>
                  <a:pt x="2687605" y="384207"/>
                </a:cubicBezTo>
                <a:lnTo>
                  <a:pt x="2731172" y="384207"/>
                </a:lnTo>
                <a:cubicBezTo>
                  <a:pt x="2733893" y="384207"/>
                  <a:pt x="2735256" y="384207"/>
                  <a:pt x="2736616" y="385573"/>
                </a:cubicBezTo>
                <a:cubicBezTo>
                  <a:pt x="2744786" y="386941"/>
                  <a:pt x="2751593" y="395145"/>
                  <a:pt x="2750230" y="403348"/>
                </a:cubicBezTo>
                <a:lnTo>
                  <a:pt x="2750230" y="494955"/>
                </a:lnTo>
                <a:cubicBezTo>
                  <a:pt x="2750230" y="574259"/>
                  <a:pt x="2695775" y="626214"/>
                  <a:pt x="2610005" y="626214"/>
                </a:cubicBezTo>
                <a:cubicBezTo>
                  <a:pt x="2526959" y="626214"/>
                  <a:pt x="2473864" y="572891"/>
                  <a:pt x="2473864" y="490854"/>
                </a:cubicBezTo>
                <a:lnTo>
                  <a:pt x="2473864" y="240642"/>
                </a:lnTo>
                <a:lnTo>
                  <a:pt x="2424853" y="240642"/>
                </a:lnTo>
                <a:cubicBezTo>
                  <a:pt x="2423491" y="240642"/>
                  <a:pt x="2422130" y="240642"/>
                  <a:pt x="2420769" y="240642"/>
                </a:cubicBezTo>
                <a:cubicBezTo>
                  <a:pt x="2412600" y="239275"/>
                  <a:pt x="2405793" y="231071"/>
                  <a:pt x="2407154" y="222868"/>
                </a:cubicBezTo>
                <a:lnTo>
                  <a:pt x="2407154" y="177747"/>
                </a:lnTo>
                <a:cubicBezTo>
                  <a:pt x="2407154" y="176380"/>
                  <a:pt x="2407154" y="176380"/>
                  <a:pt x="2407154" y="175012"/>
                </a:cubicBezTo>
                <a:cubicBezTo>
                  <a:pt x="2407154" y="166809"/>
                  <a:pt x="2415323" y="159973"/>
                  <a:pt x="2423491" y="161340"/>
                </a:cubicBezTo>
                <a:lnTo>
                  <a:pt x="2472502" y="161340"/>
                </a:lnTo>
                <a:lnTo>
                  <a:pt x="2472502" y="65630"/>
                </a:lnTo>
                <a:cubicBezTo>
                  <a:pt x="2472502" y="64263"/>
                  <a:pt x="2472502" y="62895"/>
                  <a:pt x="2472502" y="61529"/>
                </a:cubicBezTo>
                <a:cubicBezTo>
                  <a:pt x="2473864" y="53325"/>
                  <a:pt x="2482032" y="46488"/>
                  <a:pt x="2490201" y="47856"/>
                </a:cubicBezTo>
                <a:close/>
                <a:moveTo>
                  <a:pt x="17873" y="46489"/>
                </a:moveTo>
                <a:lnTo>
                  <a:pt x="118617" y="46489"/>
                </a:lnTo>
                <a:cubicBezTo>
                  <a:pt x="119979" y="46489"/>
                  <a:pt x="121340" y="46489"/>
                  <a:pt x="122702" y="46489"/>
                </a:cubicBezTo>
                <a:cubicBezTo>
                  <a:pt x="130870" y="47856"/>
                  <a:pt x="137677" y="56059"/>
                  <a:pt x="136316" y="64263"/>
                </a:cubicBezTo>
                <a:lnTo>
                  <a:pt x="136316" y="396513"/>
                </a:lnTo>
                <a:lnTo>
                  <a:pt x="345974" y="184584"/>
                </a:lnTo>
                <a:cubicBezTo>
                  <a:pt x="369118" y="161341"/>
                  <a:pt x="371841" y="158606"/>
                  <a:pt x="392262" y="158606"/>
                </a:cubicBezTo>
                <a:lnTo>
                  <a:pt x="457610" y="158606"/>
                </a:lnTo>
                <a:cubicBezTo>
                  <a:pt x="458971" y="158606"/>
                  <a:pt x="460333" y="158606"/>
                  <a:pt x="458971" y="157238"/>
                </a:cubicBezTo>
                <a:cubicBezTo>
                  <a:pt x="468501" y="158606"/>
                  <a:pt x="473947" y="166810"/>
                  <a:pt x="472585" y="175013"/>
                </a:cubicBezTo>
                <a:lnTo>
                  <a:pt x="472585" y="221501"/>
                </a:lnTo>
                <a:cubicBezTo>
                  <a:pt x="472585" y="221501"/>
                  <a:pt x="472585" y="222868"/>
                  <a:pt x="472585" y="224236"/>
                </a:cubicBezTo>
                <a:cubicBezTo>
                  <a:pt x="471224" y="232439"/>
                  <a:pt x="464417" y="239275"/>
                  <a:pt x="456248" y="237908"/>
                </a:cubicBezTo>
                <a:lnTo>
                  <a:pt x="394985" y="237908"/>
                </a:lnTo>
                <a:lnTo>
                  <a:pt x="269735" y="366433"/>
                </a:lnTo>
                <a:lnTo>
                  <a:pt x="407238" y="537342"/>
                </a:lnTo>
                <a:lnTo>
                  <a:pt x="456248" y="537342"/>
                </a:lnTo>
                <a:cubicBezTo>
                  <a:pt x="457610" y="537342"/>
                  <a:pt x="458971" y="537342"/>
                  <a:pt x="460333" y="537342"/>
                </a:cubicBezTo>
                <a:cubicBezTo>
                  <a:pt x="468501" y="538710"/>
                  <a:pt x="475308" y="546913"/>
                  <a:pt x="473947" y="555117"/>
                </a:cubicBezTo>
                <a:lnTo>
                  <a:pt x="473947" y="597502"/>
                </a:lnTo>
                <a:cubicBezTo>
                  <a:pt x="473947" y="598870"/>
                  <a:pt x="473947" y="600237"/>
                  <a:pt x="473947" y="601605"/>
                </a:cubicBezTo>
                <a:cubicBezTo>
                  <a:pt x="473947" y="609808"/>
                  <a:pt x="465778" y="616644"/>
                  <a:pt x="457610" y="615277"/>
                </a:cubicBezTo>
                <a:lnTo>
                  <a:pt x="397708" y="615277"/>
                </a:lnTo>
                <a:cubicBezTo>
                  <a:pt x="370480" y="615277"/>
                  <a:pt x="370480" y="615277"/>
                  <a:pt x="352781" y="592033"/>
                </a:cubicBezTo>
                <a:lnTo>
                  <a:pt x="213917" y="422490"/>
                </a:lnTo>
                <a:lnTo>
                  <a:pt x="134954" y="503160"/>
                </a:lnTo>
                <a:lnTo>
                  <a:pt x="134954" y="537342"/>
                </a:lnTo>
                <a:lnTo>
                  <a:pt x="170351" y="537342"/>
                </a:lnTo>
                <a:cubicBezTo>
                  <a:pt x="171712" y="537342"/>
                  <a:pt x="173075" y="537342"/>
                  <a:pt x="174435" y="537342"/>
                </a:cubicBezTo>
                <a:cubicBezTo>
                  <a:pt x="182605" y="538710"/>
                  <a:pt x="189412" y="546913"/>
                  <a:pt x="188049" y="555117"/>
                </a:cubicBezTo>
                <a:lnTo>
                  <a:pt x="188049" y="601605"/>
                </a:lnTo>
                <a:cubicBezTo>
                  <a:pt x="188049" y="602971"/>
                  <a:pt x="188049" y="604339"/>
                  <a:pt x="188049" y="605706"/>
                </a:cubicBezTo>
                <a:cubicBezTo>
                  <a:pt x="186689" y="613909"/>
                  <a:pt x="178519" y="619379"/>
                  <a:pt x="170351" y="618012"/>
                </a:cubicBezTo>
                <a:lnTo>
                  <a:pt x="17873" y="618012"/>
                </a:lnTo>
                <a:cubicBezTo>
                  <a:pt x="16511" y="618012"/>
                  <a:pt x="15150" y="618012"/>
                  <a:pt x="13789" y="618012"/>
                </a:cubicBezTo>
                <a:cubicBezTo>
                  <a:pt x="5620" y="616644"/>
                  <a:pt x="-1187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6" y="542811"/>
                  <a:pt x="9704" y="535975"/>
                  <a:pt x="17873" y="537342"/>
                </a:cubicBezTo>
                <a:lnTo>
                  <a:pt x="54631" y="537342"/>
                </a:lnTo>
                <a:lnTo>
                  <a:pt x="54631" y="127158"/>
                </a:lnTo>
                <a:lnTo>
                  <a:pt x="17873" y="127158"/>
                </a:lnTo>
                <a:cubicBezTo>
                  <a:pt x="16511" y="127158"/>
                  <a:pt x="15150" y="127158"/>
                  <a:pt x="13789" y="127158"/>
                </a:cubicBezTo>
                <a:cubicBezTo>
                  <a:pt x="5620" y="125791"/>
                  <a:pt x="-1187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6" y="51958"/>
                  <a:pt x="9704" y="45121"/>
                  <a:pt x="17873" y="46489"/>
                </a:cubicBezTo>
                <a:close/>
                <a:moveTo>
                  <a:pt x="2298240" y="0"/>
                </a:moveTo>
                <a:cubicBezTo>
                  <a:pt x="2326830" y="0"/>
                  <a:pt x="2348612" y="21876"/>
                  <a:pt x="2348612" y="50590"/>
                </a:cubicBezTo>
                <a:cubicBezTo>
                  <a:pt x="2348612" y="79302"/>
                  <a:pt x="2326830" y="101178"/>
                  <a:pt x="2298240" y="101178"/>
                </a:cubicBezTo>
                <a:cubicBezTo>
                  <a:pt x="2271012" y="101178"/>
                  <a:pt x="2247868" y="77935"/>
                  <a:pt x="2247868" y="50590"/>
                </a:cubicBezTo>
                <a:cubicBezTo>
                  <a:pt x="2247868" y="21876"/>
                  <a:pt x="2269651" y="0"/>
                  <a:pt x="2298240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noProof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74E9376-5206-DB54-AFC4-86359B51F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365" y="2156400"/>
            <a:ext cx="5291136" cy="1231106"/>
          </a:xfrm>
        </p:spPr>
        <p:txBody>
          <a:bodyPr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6C669B-16CA-6074-0E76-38B12ACB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8" y="5209200"/>
            <a:ext cx="5295600" cy="155620"/>
          </a:xfrm>
        </p:spPr>
        <p:txBody>
          <a:bodyPr anchor="b" anchorCtr="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432003" indent="0" algn="ctr">
              <a:buNone/>
              <a:defRPr sz="1890"/>
            </a:lvl2pPr>
            <a:lvl3pPr marL="864006" indent="0" algn="ctr">
              <a:buNone/>
              <a:defRPr sz="1701"/>
            </a:lvl3pPr>
            <a:lvl4pPr marL="1296009" indent="0" algn="ctr">
              <a:buNone/>
              <a:defRPr sz="1512"/>
            </a:lvl4pPr>
            <a:lvl5pPr marL="1728011" indent="0" algn="ctr">
              <a:buNone/>
              <a:defRPr sz="1512"/>
            </a:lvl5pPr>
            <a:lvl6pPr marL="2160014" indent="0" algn="ctr">
              <a:buNone/>
              <a:defRPr sz="1512"/>
            </a:lvl6pPr>
            <a:lvl7pPr marL="2592018" indent="0" algn="ctr">
              <a:buNone/>
              <a:defRPr sz="1512"/>
            </a:lvl7pPr>
            <a:lvl8pPr marL="3024021" indent="0" algn="ctr">
              <a:buNone/>
              <a:defRPr sz="1512"/>
            </a:lvl8pPr>
            <a:lvl9pPr marL="3456024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4C3D55-B0EB-F22E-D338-344D569EB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14633752"/>
            <a:ext cx="1619250" cy="191606"/>
          </a:xfrm>
        </p:spPr>
        <p:txBody>
          <a:bodyPr/>
          <a:lstStyle/>
          <a:p>
            <a:r>
              <a:rPr lang="nb-NO"/>
              <a:t>12/11/2025</a:t>
            </a:r>
            <a:endParaRPr lang="en-GB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E8347-5D4F-FF72-0B4B-1401BAC9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14633752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CC57F2-F274-F3FC-625C-CF3090AEB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14633753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1A98218-2A0C-EBC0-3830-E9E45F7B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60365" y="6221186"/>
            <a:ext cx="16462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Information </a:t>
            </a:r>
            <a:r>
              <a:rPr lang="en-GB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Classification</a:t>
            </a:r>
            <a:r>
              <a:rPr lang="nb-NO" sz="800" b="0" i="0" u="none" strike="noStrike" noProof="1">
                <a:solidFill>
                  <a:srgbClr val="212121"/>
                </a:solidFill>
                <a:effectLst/>
                <a:latin typeface="+mn-lt"/>
              </a:rPr>
              <a:t>: INTERNAL</a:t>
            </a:r>
            <a:endParaRPr lang="nb-NO" sz="800" noProof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16" name="Colours">
            <a:extLst>
              <a:ext uri="{FF2B5EF4-FFF2-40B4-BE49-F238E27FC236}">
                <a16:creationId xmlns:a16="http://schemas.microsoft.com/office/drawing/2014/main" id="{77F4A40C-16FA-1EA6-1AC8-9DFB4D4D5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16">
              <a:extLst>
                <a:ext uri="{FF2B5EF4-FFF2-40B4-BE49-F238E27FC236}">
                  <a16:creationId xmlns:a16="http://schemas.microsoft.com/office/drawing/2014/main" id="{05C71F76-9C4C-E8F0-EC33-F5AF4FC2CA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26">
              <a:extLst>
                <a:ext uri="{FF2B5EF4-FFF2-40B4-BE49-F238E27FC236}">
                  <a16:creationId xmlns:a16="http://schemas.microsoft.com/office/drawing/2014/main" id="{55B71609-CE8E-3BE4-DB6D-8B139093C6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5D9F013-3380-806B-1F3F-1C720B6D6A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9" name="Gruppe 28">
              <a:extLst>
                <a:ext uri="{FF2B5EF4-FFF2-40B4-BE49-F238E27FC236}">
                  <a16:creationId xmlns:a16="http://schemas.microsoft.com/office/drawing/2014/main" id="{4F5BC6BF-8040-25EF-8BF1-45228298DB8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2A1B185D-7D7F-9566-04B5-78BEF5CFF7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D0CC2654-20D8-E86B-FD26-6CED558FC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952E96DC-194B-24F9-1AF9-871940A05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EC268E2E-F54A-A335-8F5C-073842575F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431058C0-3A8D-6E07-58FB-4E9DC9A3BE6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B2EEBCCE-FBB6-A826-C83B-0A9352A78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B486884C-31FD-854F-FE35-241DFD7580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sp>
        <p:nvSpPr>
          <p:cNvPr id="7" name="Plassholder for bilde 3">
            <a:extLst>
              <a:ext uri="{FF2B5EF4-FFF2-40B4-BE49-F238E27FC236}">
                <a16:creationId xmlns:a16="http://schemas.microsoft.com/office/drawing/2014/main" id="{162A45E9-093B-B9C4-A78D-E6FA56FEE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2162" y="368300"/>
            <a:ext cx="5291137" cy="5743575"/>
          </a:xfrm>
          <a:prstGeom prst="roundRect">
            <a:avLst>
              <a:gd name="adj" fmla="val 3438"/>
            </a:avLst>
          </a:prstGeom>
          <a:blipFill>
            <a:blip r:embed="rId2"/>
            <a:stretch>
              <a:fillRect/>
            </a:stretch>
          </a:blipFill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add your picture</a:t>
            </a:r>
          </a:p>
        </p:txBody>
      </p:sp>
      <p:sp>
        <p:nvSpPr>
          <p:cNvPr id="11" name="Plassholder for tekst 7">
            <a:extLst>
              <a:ext uri="{FF2B5EF4-FFF2-40B4-BE49-F238E27FC236}">
                <a16:creationId xmlns:a16="http://schemas.microsoft.com/office/drawing/2014/main" id="{7117E7D6-A2A5-DA81-C17E-10E0482C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C491A7-D51B-4A49-E6D8-2BE28B1F3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2" name="Bilde 7">
              <a:extLst>
                <a:ext uri="{FF2B5EF4-FFF2-40B4-BE49-F238E27FC236}">
                  <a16:creationId xmlns:a16="http://schemas.microsoft.com/office/drawing/2014/main" id="{B1D2B777-9E7E-842A-E25D-052E21DC4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3" name="Avrundet rektangel 8">
              <a:extLst>
                <a:ext uri="{FF2B5EF4-FFF2-40B4-BE49-F238E27FC236}">
                  <a16:creationId xmlns:a16="http://schemas.microsoft.com/office/drawing/2014/main" id="{304DADA5-F360-8F92-1B0B-115A98763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8952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0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 Agenda">
            <a:extLst>
              <a:ext uri="{FF2B5EF4-FFF2-40B4-BE49-F238E27FC236}">
                <a16:creationId xmlns:a16="http://schemas.microsoft.com/office/drawing/2014/main" id="{1D0518D9-653B-C940-0D16-A4A4F0C5BA3F}"/>
              </a:ext>
            </a:extLst>
          </p:cNvPr>
          <p:cNvSpPr txBox="1">
            <a:spLocks/>
          </p:cNvSpPr>
          <p:nvPr userDrawn="1"/>
        </p:nvSpPr>
        <p:spPr>
          <a:xfrm>
            <a:off x="360001" y="1027780"/>
            <a:ext cx="3456350" cy="67710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8640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>
                <a:solidFill>
                  <a:schemeClr val="tx2"/>
                </a:solidFill>
                <a:latin typeface="+mj-lt"/>
                <a:ea typeface="+mj-ea"/>
                <a:cs typeface="Bagoss Standard Light" panose="020B0304060102020204" pitchFamily="34" charset="77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351088"/>
            <a:ext cx="2644456" cy="666016"/>
          </a:xfrm>
        </p:spPr>
        <p:txBody>
          <a:bodyPr/>
          <a:lstStyle>
            <a:lvl1pPr>
              <a:lnSpc>
                <a:spcPct val="113000"/>
              </a:lnSpc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250" y="1335600"/>
            <a:ext cx="7127875" cy="4724400"/>
          </a:xfrm>
        </p:spPr>
        <p:txBody>
          <a:bodyPr/>
          <a:lstStyle>
            <a:lvl1pPr marL="801688" indent="-801688">
              <a:spcBef>
                <a:spcPts val="600"/>
              </a:spcBef>
              <a:buFont typeface="+mj-lt"/>
              <a:buAutoNum type="arabicPeriod"/>
              <a:tabLst>
                <a:tab pos="6272213" algn="r"/>
              </a:tabLst>
              <a:defRPr sz="2000"/>
            </a:lvl1pPr>
            <a:lvl2pPr marL="1079500" indent="-271463">
              <a:buFontTx/>
              <a:buBlip>
                <a:blip r:embed="rId2"/>
              </a:buBlip>
              <a:tabLst>
                <a:tab pos="6272213" algn="r"/>
              </a:tabLst>
              <a:defRPr sz="20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456690F-F4D4-2363-DE08-37179E67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ABAE23-5306-5B64-ABC2-61711A704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39A096-A79E-BCCD-2167-866E0B92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62404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39" userDrawn="1">
          <p15:clr>
            <a:srgbClr val="C35EA4"/>
          </p15:clr>
        </p15:guide>
        <p15:guide id="2" pos="6517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times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 Agenda">
            <a:extLst>
              <a:ext uri="{FF2B5EF4-FFF2-40B4-BE49-F238E27FC236}">
                <a16:creationId xmlns:a16="http://schemas.microsoft.com/office/drawing/2014/main" id="{7BD27F97-D17B-5EC3-4D84-5D97C238BAC5}"/>
              </a:ext>
            </a:extLst>
          </p:cNvPr>
          <p:cNvSpPr txBox="1">
            <a:spLocks/>
          </p:cNvSpPr>
          <p:nvPr userDrawn="1"/>
        </p:nvSpPr>
        <p:spPr>
          <a:xfrm>
            <a:off x="360001" y="1027780"/>
            <a:ext cx="3456350" cy="67710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86400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>
                <a:solidFill>
                  <a:schemeClr val="tx2"/>
                </a:solidFill>
                <a:latin typeface="+mj-lt"/>
                <a:ea typeface="+mj-ea"/>
                <a:cs typeface="Bagoss Standard Light" panose="020B0304060102020204" pitchFamily="34" charset="77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351088"/>
            <a:ext cx="2644456" cy="666016"/>
          </a:xfrm>
        </p:spPr>
        <p:txBody>
          <a:bodyPr/>
          <a:lstStyle>
            <a:lvl1pPr>
              <a:lnSpc>
                <a:spcPct val="113000"/>
              </a:lnSpc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32250" y="1335600"/>
            <a:ext cx="7127876" cy="4733300"/>
          </a:xfrm>
        </p:spPr>
        <p:txBody>
          <a:bodyPr rIns="360000"/>
          <a:lstStyle>
            <a:lvl1pPr marL="1830388" indent="-1824038">
              <a:spcBef>
                <a:spcPts val="600"/>
              </a:spcBef>
              <a:buFont typeface="+mj-lt"/>
              <a:buNone/>
              <a:tabLst>
                <a:tab pos="5464175" algn="r"/>
              </a:tabLst>
              <a:defRPr sz="2000"/>
            </a:lvl1pPr>
            <a:lvl2pPr marL="2052000" indent="-216000">
              <a:buFontTx/>
              <a:buBlip>
                <a:blip r:embed="rId2"/>
              </a:buBlip>
              <a:tabLst>
                <a:tab pos="5418138" algn="r"/>
              </a:tabLst>
              <a:defRPr sz="2000"/>
            </a:lvl2pPr>
          </a:lstStyle>
          <a:p>
            <a:pPr lvl="0"/>
            <a:r>
              <a:rPr lang="en-GB" noProof="0" dirty="0"/>
              <a:t>08:00–00:00	Add time slot and text, separated by tab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456690F-F4D4-2363-DE08-37179E67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DABAE23-5306-5B64-ABC2-61711A704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D39A096-A79E-BCCD-2167-866E0B92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6110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8">
            <a:extLst>
              <a:ext uri="{FF2B5EF4-FFF2-40B4-BE49-F238E27FC236}">
                <a16:creationId xmlns:a16="http://schemas.microsoft.com/office/drawing/2014/main" id="{5E2C1691-726D-92BB-88E7-69A1DC667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360363"/>
            <a:ext cx="3456349" cy="792000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/>
            </a:lvl1pPr>
          </a:lstStyle>
          <a:p>
            <a:pPr lvl="0"/>
            <a:r>
              <a:rPr lang="en-GB" noProof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61B92C-D126-514D-96A2-4DED62753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1282837"/>
            <a:ext cx="5291499" cy="584775"/>
          </a:xfrm>
        </p:spPr>
        <p:txBody>
          <a:bodyPr lIns="0"/>
          <a:lstStyle/>
          <a:p>
            <a:r>
              <a:rPr lang="en-GB" noProof="0"/>
              <a:t>Add section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69350" y="1483359"/>
            <a:ext cx="5291137" cy="4628515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2000">
                <a:solidFill>
                  <a:schemeClr val="tx2"/>
                </a:solidFill>
              </a:defRPr>
            </a:lvl1pPr>
            <a:lvl2pPr marL="234000" indent="-234000">
              <a:lnSpc>
                <a:spcPct val="113000"/>
              </a:lnSpc>
              <a:buFontTx/>
              <a:buBlip>
                <a:blip r:embed="rId2"/>
              </a:buBlip>
              <a:tabLst/>
              <a:defRPr sz="2000">
                <a:solidFill>
                  <a:schemeClr val="tx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/>
              <a:t>Use indent (not tab) to add bullet</a:t>
            </a:r>
          </a:p>
          <a:p>
            <a:pPr lvl="1"/>
            <a:r>
              <a:rPr lang="en-GB" noProof="0"/>
              <a:t>Andre </a:t>
            </a:r>
            <a:r>
              <a:rPr lang="en-GB" noProof="0" err="1"/>
              <a:t>nivå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51922E44-21DB-DDE7-C1B7-B190A8145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1592A05D-9EC7-4A49-7540-0E9738C37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5EDA847F-0024-6036-A115-9125AA060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1C184B-C91F-1C93-6C3C-4762B1106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7" name="Avrundet rektangel 1">
              <a:extLst>
                <a:ext uri="{FF2B5EF4-FFF2-40B4-BE49-F238E27FC236}">
                  <a16:creationId xmlns:a16="http://schemas.microsoft.com/office/drawing/2014/main" id="{B6DC13B4-5397-369F-E1DF-32B3004C1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9" name="Bilde 5">
              <a:extLst>
                <a:ext uri="{FF2B5EF4-FFF2-40B4-BE49-F238E27FC236}">
                  <a16:creationId xmlns:a16="http://schemas.microsoft.com/office/drawing/2014/main" id="{ABD18472-CDB2-4140-A52B-E287AA13E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674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DE9075B3-3F64-88A5-5B0C-3B2D3250C4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367200"/>
            <a:ext cx="5291499" cy="5742000"/>
          </a:xfrm>
          <a:prstGeom prst="roundRect">
            <a:avLst>
              <a:gd name="adj" fmla="val 3143"/>
            </a:avLst>
          </a:prstGeom>
          <a:solidFill>
            <a:schemeClr val="tx2"/>
          </a:solidFill>
        </p:spPr>
        <p:txBody>
          <a:bodyPr lIns="288000" tIns="0" rIns="288000" bIns="4896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923B3AD-6D02-10F7-693D-4AB2EEECB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1278835"/>
            <a:ext cx="5291499" cy="584775"/>
          </a:xfrm>
          <a:prstGeom prst="rect">
            <a:avLst/>
          </a:prstGeom>
          <a:noFill/>
        </p:spPr>
        <p:txBody>
          <a:bodyPr lIns="360000" tIns="0" rIns="288000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Add chapter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4124324"/>
            <a:ext cx="5291137" cy="687881"/>
          </a:xfrm>
        </p:spPr>
        <p:txBody>
          <a:bodyPr lIns="360000" rIns="360000">
            <a:spAutoFit/>
          </a:bodyPr>
          <a:lstStyle>
            <a:lvl1pPr marL="0" indent="0">
              <a:lnSpc>
                <a:spcPct val="114000"/>
              </a:lnSpc>
              <a:spcBef>
                <a:spcPts val="1200"/>
              </a:spcBef>
              <a:buNone/>
              <a:defRPr sz="2000">
                <a:solidFill>
                  <a:schemeClr val="bg2"/>
                </a:solidFill>
              </a:defRPr>
            </a:lvl1pPr>
            <a:lvl2pPr marL="234000" indent="-234000">
              <a:lnSpc>
                <a:spcPct val="112000"/>
              </a:lnSpc>
              <a:spcBef>
                <a:spcPts val="300"/>
              </a:spcBef>
              <a:buFontTx/>
              <a:buBlip>
                <a:blip r:embed="rId2"/>
              </a:buBlip>
              <a:defRPr sz="1890">
                <a:solidFill>
                  <a:schemeClr val="bg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0AC4021-6473-39D7-680F-22845EA17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534593" y="6152692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BE3A881-1F79-E0E2-055D-415B528A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102325-0716-4A5C-B8F9-8FC6DE669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D3B32007-72BF-BE0F-0C2D-163D1BBF8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A7C9A4-AC8B-7F80-D84E-2E2B8E6F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9" name="Avrundet rektangel 1">
              <a:extLst>
                <a:ext uri="{FF2B5EF4-FFF2-40B4-BE49-F238E27FC236}">
                  <a16:creationId xmlns:a16="http://schemas.microsoft.com/office/drawing/2014/main" id="{FA4AF631-0D75-5C48-F645-D8979F503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20" name="Bilde 5">
              <a:extLst>
                <a:ext uri="{FF2B5EF4-FFF2-40B4-BE49-F238E27FC236}">
                  <a16:creationId xmlns:a16="http://schemas.microsoft.com/office/drawing/2014/main" id="{F724CC98-23AB-E8B3-740C-4D3E92A86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  <p:sp>
        <p:nvSpPr>
          <p:cNvPr id="8" name="Plassholder for bilde 3">
            <a:extLst>
              <a:ext uri="{FF2B5EF4-FFF2-40B4-BE49-F238E27FC236}">
                <a16:creationId xmlns:a16="http://schemas.microsoft.com/office/drawing/2014/main" id="{2CD4E859-7DFF-39F2-2E07-B2D097A16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68988" y="368299"/>
            <a:ext cx="3459161" cy="4752976"/>
          </a:xfrm>
          <a:prstGeom prst="roundRect">
            <a:avLst>
              <a:gd name="adj" fmla="val 5641"/>
            </a:avLst>
          </a:prstGeom>
          <a:blipFill>
            <a:blip r:embed="rId4"/>
            <a:stretch>
              <a:fillRect/>
            </a:stretch>
          </a:blipFill>
        </p:spPr>
        <p:txBody>
          <a:bodyPr lIns="360000" tIns="720000" rIns="360000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add your picture</a:t>
            </a:r>
          </a:p>
        </p:txBody>
      </p:sp>
    </p:spTree>
    <p:extLst>
      <p:ext uri="{BB962C8B-B14F-4D97-AF65-F5344CB8AC3E}">
        <p14:creationId xmlns:p14="http://schemas.microsoft.com/office/powerpoint/2010/main" val="3230415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72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3">
            <a:extLst>
              <a:ext uri="{FF2B5EF4-FFF2-40B4-BE49-F238E27FC236}">
                <a16:creationId xmlns:a16="http://schemas.microsoft.com/office/drawing/2014/main" id="{CB03D746-4621-2D8B-7DCA-66FD32F6E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720000" tIns="720000" rIns="720000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DE9075B3-3F64-88A5-5B0C-3B2D3250C4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8988" y="367200"/>
            <a:ext cx="5291499" cy="5742000"/>
          </a:xfrm>
          <a:prstGeom prst="roundRect">
            <a:avLst>
              <a:gd name="adj" fmla="val 3143"/>
            </a:avLst>
          </a:prstGeom>
          <a:solidFill>
            <a:schemeClr val="bg2"/>
          </a:solidFill>
        </p:spPr>
        <p:txBody>
          <a:bodyPr lIns="288000" tIns="0" rIns="288000" bIns="4896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cap="all" baseline="0"/>
            </a:lvl1pPr>
          </a:lstStyle>
          <a:p>
            <a:pPr lvl="0"/>
            <a:r>
              <a:rPr lang="en-GB" noProof="0" dirty="0"/>
              <a:t>Section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923B3AD-6D02-10F7-693D-4AB2EEECB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9" y="1278835"/>
            <a:ext cx="5291499" cy="584775"/>
          </a:xfrm>
          <a:prstGeom prst="rect">
            <a:avLst/>
          </a:prstGeom>
          <a:noFill/>
        </p:spPr>
        <p:txBody>
          <a:bodyPr lIns="360000" tIns="0" rIns="288000">
            <a:spAutoFit/>
          </a:bodyPr>
          <a:lstStyle/>
          <a:p>
            <a:r>
              <a:rPr lang="en-GB" noProof="0" dirty="0"/>
              <a:t>Add chapter title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68DADE5-B6D7-289E-CA70-6D01A47CF6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68988" y="4124324"/>
            <a:ext cx="5291137" cy="687881"/>
          </a:xfrm>
        </p:spPr>
        <p:txBody>
          <a:bodyPr lIns="360000" rIns="360000">
            <a:spAutoFit/>
          </a:bodyPr>
          <a:lstStyle>
            <a:lvl1pPr marL="0" indent="0">
              <a:lnSpc>
                <a:spcPct val="114000"/>
              </a:lnSpc>
              <a:spcBef>
                <a:spcPts val="1200"/>
              </a:spcBef>
              <a:buNone/>
              <a:defRPr sz="2000">
                <a:solidFill>
                  <a:schemeClr val="tx2"/>
                </a:solidFill>
              </a:defRPr>
            </a:lvl1pPr>
            <a:lvl2pPr marL="234000" indent="-234000">
              <a:lnSpc>
                <a:spcPct val="112000"/>
              </a:lnSpc>
              <a:spcBef>
                <a:spcPts val="300"/>
              </a:spcBef>
              <a:buFontTx/>
              <a:buBlip>
                <a:blip r:embed="rId3"/>
              </a:buBlip>
              <a:defRPr sz="1890">
                <a:solidFill>
                  <a:schemeClr val="tx2"/>
                </a:solidFill>
              </a:defRPr>
            </a:lvl2pPr>
            <a:lvl3pPr marL="864006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09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1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0AC4021-6473-39D7-680F-22845EA17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534593" y="6152692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BE3A881-1F79-E0E2-055D-415B528A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102325-0716-4A5C-B8F9-8FC6DE669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D3B32007-72BF-BE0F-0C2D-163D1BBF8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A7C9A4-AC8B-7F80-D84E-2E2B8E6F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9" name="Avrundet rektangel 1">
              <a:extLst>
                <a:ext uri="{FF2B5EF4-FFF2-40B4-BE49-F238E27FC236}">
                  <a16:creationId xmlns:a16="http://schemas.microsoft.com/office/drawing/2014/main" id="{FA4AF631-0D75-5C48-F645-D8979F503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20" name="Bilde 5">
              <a:extLst>
                <a:ext uri="{FF2B5EF4-FFF2-40B4-BE49-F238E27FC236}">
                  <a16:creationId xmlns:a16="http://schemas.microsoft.com/office/drawing/2014/main" id="{F724CC98-23AB-E8B3-740C-4D3E92A86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4052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74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9">
            <a:extLst>
              <a:ext uri="{FF2B5EF4-FFF2-40B4-BE49-F238E27FC236}">
                <a16:creationId xmlns:a16="http://schemas.microsoft.com/office/drawing/2014/main" id="{E65417C2-F293-DC92-7CAE-B0C387C718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F41CB72-1F15-02FA-0F51-F8CC266D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585E095-E0FF-87C5-6719-820EC14AA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310E4776-8195-4356-3F85-2E433F7FD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D19C69E1-848E-A10D-A90D-CEB94EDA7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9B0BA362-8338-2DD1-D3BF-E59110BEF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217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9">
            <a:extLst>
              <a:ext uri="{FF2B5EF4-FFF2-40B4-BE49-F238E27FC236}">
                <a16:creationId xmlns:a16="http://schemas.microsoft.com/office/drawing/2014/main" id="{3F598C1A-7198-C887-12C8-3D397CCFB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4811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31363E28-0E74-26C2-1248-A7DB0153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B4DA76C-8B21-9679-98CD-3A66D75D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4FA19F9A-61E3-CB91-F8A7-846850B3B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039E3DE-5C7B-7888-57B0-4AEA10C1A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4231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2D9C2A9C-9A9A-A119-2E81-D8CB1E034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9C38D2F1-BDB7-DBF7-1B3E-F716FB044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DD2F04D-3973-A0DC-FA3A-0314B93DE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499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2D9C2A9C-9A9A-A119-2E81-D8CB1E034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9C38D2F1-BDB7-DBF7-1B3E-F716FB044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DD2F04D-3973-A0DC-FA3A-0314B93DE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1751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4811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349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DCB11A8-F640-03E8-A44E-203EFF8F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565C7CD-5D29-B5BF-219E-E82984398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8D6D78A-CF31-988C-72E6-9A18DCF48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61676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000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2250" y="1350000"/>
            <a:ext cx="7127876" cy="47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E089D836-5EB4-9A2F-819A-D13CAE9EF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F288976-B453-A0DD-B170-4171F5B5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6D07607-6653-9CD9-C5CA-8ACA0CAFD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3229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8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349" cy="886397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1999" y="1350000"/>
            <a:ext cx="3456000" cy="473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1E182F-0BC6-4ED5-9C5E-7F6ABDD5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04138" y="1350000"/>
            <a:ext cx="3455988" cy="473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1FA5A2B-1717-70E1-E19A-76C231130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BA62CEE-95E4-0B8C-D5D2-906772A31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D49A8A9-98A3-91BC-0A6A-BE0163DE2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02626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312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41894"/>
            <a:ext cx="5291499" cy="443198"/>
          </a:xfrm>
        </p:spPr>
        <p:txBody>
          <a:bodyPr wrap="square" rIns="0"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5292000" cy="3768724"/>
          </a:xfrm>
        </p:spPr>
        <p:txBody>
          <a:bodyPr r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E5EA1E2-B99D-3282-F685-2E7CD2942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4053D6C-6C28-0B86-C8DA-EB6ECB35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34E27B8-713C-B087-210B-2473C5712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599CED0A-B159-D054-2003-5A953AB8A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138" y="1142999"/>
            <a:ext cx="3459161" cy="4968875"/>
          </a:xfrm>
          <a:prstGeom prst="roundRect">
            <a:avLst>
              <a:gd name="adj" fmla="val 3438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4F046F89-9198-B2FA-561F-BAB0697F1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69013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6349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r>
              <a:rPr lang="en-GB" noProof="0"/>
              <a:t>Section title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2" y="1185621"/>
            <a:ext cx="8964975" cy="4882881"/>
          </a:xfrm>
        </p:spPr>
        <p:txBody>
          <a:bodyPr rIns="360000"/>
          <a:lstStyle>
            <a:lvl1pPr marL="432000" indent="-432000">
              <a:lnSpc>
                <a:spcPct val="100000"/>
              </a:lnSpc>
              <a:spcBef>
                <a:spcPts val="1800"/>
              </a:spcBef>
              <a:buFontTx/>
              <a:buBlip>
                <a:blip r:embed="rId2"/>
              </a:buBlip>
              <a:defRPr sz="3200"/>
            </a:lvl1pPr>
            <a:lvl2pPr marL="720000" indent="-216000">
              <a:buFontTx/>
              <a:buBlip>
                <a:blip r:embed="rId3"/>
              </a:buBlip>
              <a:tabLst/>
              <a:defRPr sz="1800"/>
            </a:lvl2pPr>
            <a:lvl3pPr marL="900000" indent="-180000">
              <a:tabLst/>
              <a:defRPr/>
            </a:lvl3pPr>
            <a:lvl4pPr marL="900000" indent="-180000">
              <a:defRPr/>
            </a:lvl4pPr>
            <a:lvl5pPr marL="900000" indent="-18000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1FA5A2B-1717-70E1-E19A-76C231130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BA62CEE-95E4-0B8C-D5D2-906772A31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D49A8A9-98A3-91BC-0A6A-BE0163DE2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6399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/intro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33D4D7F5-88A5-43A9-833A-D713C867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1520488" cy="6480175"/>
          </a:xfrm>
          <a:custGeom>
            <a:avLst/>
            <a:gdLst>
              <a:gd name="connsiteX0" fmla="*/ 544657 w 11520488"/>
              <a:gd name="connsiteY0" fmla="*/ 368301 h 6480175"/>
              <a:gd name="connsiteX1" fmla="*/ 360001 w 11520488"/>
              <a:gd name="connsiteY1" fmla="*/ 552957 h 6480175"/>
              <a:gd name="connsiteX2" fmla="*/ 360001 w 11520488"/>
              <a:gd name="connsiteY2" fmla="*/ 5927220 h 6480175"/>
              <a:gd name="connsiteX3" fmla="*/ 544657 w 11520488"/>
              <a:gd name="connsiteY3" fmla="*/ 6111876 h 6480175"/>
              <a:gd name="connsiteX4" fmla="*/ 10969187 w 11520488"/>
              <a:gd name="connsiteY4" fmla="*/ 6111876 h 6480175"/>
              <a:gd name="connsiteX5" fmla="*/ 11153843 w 11520488"/>
              <a:gd name="connsiteY5" fmla="*/ 5927220 h 6480175"/>
              <a:gd name="connsiteX6" fmla="*/ 11153843 w 11520488"/>
              <a:gd name="connsiteY6" fmla="*/ 552957 h 6480175"/>
              <a:gd name="connsiteX7" fmla="*/ 10969187 w 11520488"/>
              <a:gd name="connsiteY7" fmla="*/ 368301 h 6480175"/>
              <a:gd name="connsiteX8" fmla="*/ 0 w 11520488"/>
              <a:gd name="connsiteY8" fmla="*/ 0 h 6480175"/>
              <a:gd name="connsiteX9" fmla="*/ 11520488 w 11520488"/>
              <a:gd name="connsiteY9" fmla="*/ 0 h 6480175"/>
              <a:gd name="connsiteX10" fmla="*/ 11520488 w 11520488"/>
              <a:gd name="connsiteY10" fmla="*/ 6480175 h 6480175"/>
              <a:gd name="connsiteX11" fmla="*/ 0 w 11520488"/>
              <a:gd name="connsiteY11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0488" h="6480175">
                <a:moveTo>
                  <a:pt x="544657" y="368301"/>
                </a:moveTo>
                <a:cubicBezTo>
                  <a:pt x="442674" y="368301"/>
                  <a:pt x="360001" y="450974"/>
                  <a:pt x="360001" y="552957"/>
                </a:cubicBezTo>
                <a:lnTo>
                  <a:pt x="360001" y="5927220"/>
                </a:lnTo>
                <a:cubicBezTo>
                  <a:pt x="360001" y="6029203"/>
                  <a:pt x="442674" y="6111876"/>
                  <a:pt x="544657" y="6111876"/>
                </a:cubicBezTo>
                <a:lnTo>
                  <a:pt x="10969187" y="6111876"/>
                </a:lnTo>
                <a:cubicBezTo>
                  <a:pt x="11071170" y="6111876"/>
                  <a:pt x="11153843" y="6029203"/>
                  <a:pt x="11153843" y="5927220"/>
                </a:cubicBezTo>
                <a:lnTo>
                  <a:pt x="11153843" y="552957"/>
                </a:lnTo>
                <a:cubicBezTo>
                  <a:pt x="11153843" y="450974"/>
                  <a:pt x="11071170" y="368301"/>
                  <a:pt x="10969187" y="368301"/>
                </a:cubicBezTo>
                <a:close/>
                <a:moveTo>
                  <a:pt x="0" y="0"/>
                </a:moveTo>
                <a:lnTo>
                  <a:pt x="11520488" y="0"/>
                </a:lnTo>
                <a:lnTo>
                  <a:pt x="11520488" y="6480175"/>
                </a:lnTo>
                <a:lnTo>
                  <a:pt x="0" y="648017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>
            <a:noAutofit/>
          </a:bodyPr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F1AF9C2A-BE4A-4980-80CA-A2489BF765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181540"/>
            <a:ext cx="10799762" cy="1957267"/>
          </a:xfrm>
        </p:spPr>
        <p:txBody>
          <a:bodyPr wrap="square" lIns="540000" rIns="54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/>
            </a:lvl1pPr>
            <a:lvl2pPr marL="360000" indent="-360000">
              <a:lnSpc>
                <a:spcPct val="100000"/>
              </a:lnSpc>
              <a:spcBef>
                <a:spcPts val="1200"/>
              </a:spcBef>
              <a:buClr>
                <a:srgbClr val="372AC6"/>
              </a:buClr>
              <a:buSzPct val="110000"/>
              <a:buFontTx/>
              <a:buBlip>
                <a:blip r:embed="rId2"/>
              </a:buBlip>
              <a:tabLst/>
              <a:defRPr sz="3200"/>
            </a:lvl2pPr>
            <a:lvl3pPr marL="755650" indent="-215900">
              <a:buFontTx/>
              <a:buBlip>
                <a:blip r:embed="rId3"/>
              </a:buBlip>
              <a:tabLst/>
              <a:defRPr sz="1800"/>
            </a:lvl3pPr>
            <a:lvl4pPr marL="889000" indent="-130175">
              <a:buFont typeface="Arial" panose="020B0604020202020204" pitchFamily="34" charset="0"/>
              <a:buChar char="•"/>
              <a:tabLst/>
              <a:defRPr sz="1200"/>
            </a:lvl4pPr>
            <a:lvl5pPr marL="972000" indent="-1440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2"/>
            <a:r>
              <a:rPr lang="en-GB" noProof="0" dirty="0" err="1"/>
              <a:t>Tredje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3"/>
            <a:r>
              <a:rPr lang="en-GB" noProof="0" dirty="0" err="1"/>
              <a:t>Fjerde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4"/>
            <a:r>
              <a:rPr lang="en-GB" noProof="0" dirty="0" err="1"/>
              <a:t>Femte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8D3B78FA-A07A-7C33-6464-D1979759B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363" y="4320000"/>
            <a:ext cx="5291137" cy="792162"/>
          </a:xfrm>
        </p:spPr>
        <p:txBody>
          <a:bodyPr lIns="360000"/>
          <a:lstStyle>
            <a:lvl1pPr marL="0" indent="0">
              <a:spcBef>
                <a:spcPts val="0"/>
              </a:spcBef>
              <a:buNone/>
              <a:defRPr sz="1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lassholder for dato 9">
            <a:extLst>
              <a:ext uri="{FF2B5EF4-FFF2-40B4-BE49-F238E27FC236}">
                <a16:creationId xmlns:a16="http://schemas.microsoft.com/office/drawing/2014/main" id="{AB934FE7-838D-5A9A-FFD6-CB8B74A3A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D93B6FED-2BF3-001F-FD2D-97BC6E75D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Knowit Footer left margin</a:t>
            </a:r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6DBC415B-343F-B8F9-DC50-1F5F508FF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485D1B-CC92-7E84-6487-6F3E21213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4" name="Avrundet rektangel 1">
              <a:extLst>
                <a:ext uri="{FF2B5EF4-FFF2-40B4-BE49-F238E27FC236}">
                  <a16:creationId xmlns:a16="http://schemas.microsoft.com/office/drawing/2014/main" id="{B05EB0E5-B908-B381-A214-74E2BFE64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5" name="Bilde 5">
              <a:extLst>
                <a:ext uri="{FF2B5EF4-FFF2-40B4-BE49-F238E27FC236}">
                  <a16:creationId xmlns:a16="http://schemas.microsoft.com/office/drawing/2014/main" id="{06FE7912-C121-1410-86A6-1139894B8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C566A9-71ED-DB3E-7E1A-9656334E9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4" name="Bilde 7">
              <a:extLst>
                <a:ext uri="{FF2B5EF4-FFF2-40B4-BE49-F238E27FC236}">
                  <a16:creationId xmlns:a16="http://schemas.microsoft.com/office/drawing/2014/main" id="{E2B5FA6B-E09B-C2A3-74A7-EE2D5B728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5" name="Avrundet rektangel 8">
              <a:extLst>
                <a:ext uri="{FF2B5EF4-FFF2-40B4-BE49-F238E27FC236}">
                  <a16:creationId xmlns:a16="http://schemas.microsoft.com/office/drawing/2014/main" id="{8E9BDC3F-3C58-011A-2190-5C78D851E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6" name="Colours">
            <a:extLst>
              <a:ext uri="{FF2B5EF4-FFF2-40B4-BE49-F238E27FC236}">
                <a16:creationId xmlns:a16="http://schemas.microsoft.com/office/drawing/2014/main" id="{821651B2-101C-F398-5672-0E3932C02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35">
              <a:extLst>
                <a:ext uri="{FF2B5EF4-FFF2-40B4-BE49-F238E27FC236}">
                  <a16:creationId xmlns:a16="http://schemas.microsoft.com/office/drawing/2014/main" id="{6DBBCC0F-537F-1030-8614-258064714F4A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8" name="Avrundet rektangel 34">
              <a:extLst>
                <a:ext uri="{FF2B5EF4-FFF2-40B4-BE49-F238E27FC236}">
                  <a16:creationId xmlns:a16="http://schemas.microsoft.com/office/drawing/2014/main" id="{87D3AB29-BFB7-B256-5D78-2281F2A5C14A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Ellipse 32">
              <a:extLst>
                <a:ext uri="{FF2B5EF4-FFF2-40B4-BE49-F238E27FC236}">
                  <a16:creationId xmlns:a16="http://schemas.microsoft.com/office/drawing/2014/main" id="{8397CF41-0475-DE76-F7F6-D207F30C912C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0" name="Gruppe 73">
              <a:extLst>
                <a:ext uri="{FF2B5EF4-FFF2-40B4-BE49-F238E27FC236}">
                  <a16:creationId xmlns:a16="http://schemas.microsoft.com/office/drawing/2014/main" id="{5927A185-B69D-3C5F-AFEF-759BE904E7A7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2" name="Ellipse 25">
                <a:extLst>
                  <a:ext uri="{FF2B5EF4-FFF2-40B4-BE49-F238E27FC236}">
                    <a16:creationId xmlns:a16="http://schemas.microsoft.com/office/drawing/2014/main" id="{0C56023B-7CB0-54B9-DAC4-9FDCBBE98A5A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6">
                <a:extLst>
                  <a:ext uri="{FF2B5EF4-FFF2-40B4-BE49-F238E27FC236}">
                    <a16:creationId xmlns:a16="http://schemas.microsoft.com/office/drawing/2014/main" id="{57EBCFAF-5BA4-CD2B-41AE-AE6E50EA1196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27">
                <a:extLst>
                  <a:ext uri="{FF2B5EF4-FFF2-40B4-BE49-F238E27FC236}">
                    <a16:creationId xmlns:a16="http://schemas.microsoft.com/office/drawing/2014/main" id="{3A17B3C5-E7EB-6F9B-DBDD-62B9D0DC992B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Ellipse 28">
                <a:extLst>
                  <a:ext uri="{FF2B5EF4-FFF2-40B4-BE49-F238E27FC236}">
                    <a16:creationId xmlns:a16="http://schemas.microsoft.com/office/drawing/2014/main" id="{445D6BBE-3A24-1F18-4CE1-997BD31EA223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6" name="Ellipse 29">
                <a:extLst>
                  <a:ext uri="{FF2B5EF4-FFF2-40B4-BE49-F238E27FC236}">
                    <a16:creationId xmlns:a16="http://schemas.microsoft.com/office/drawing/2014/main" id="{C128498C-505D-0601-30E3-0466D08E55FA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33">
                <a:extLst>
                  <a:ext uri="{FF2B5EF4-FFF2-40B4-BE49-F238E27FC236}">
                    <a16:creationId xmlns:a16="http://schemas.microsoft.com/office/drawing/2014/main" id="{0EDC7449-0C3F-D00A-9797-5726D176FE4E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1" name="Ellipse 72">
              <a:extLst>
                <a:ext uri="{FF2B5EF4-FFF2-40B4-BE49-F238E27FC236}">
                  <a16:creationId xmlns:a16="http://schemas.microsoft.com/office/drawing/2014/main" id="{ADBC70CB-BFB8-B7D0-5818-E68CAEBC4C8E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Colours">
            <a:extLst>
              <a:ext uri="{FF2B5EF4-FFF2-40B4-BE49-F238E27FC236}">
                <a16:creationId xmlns:a16="http://schemas.microsoft.com/office/drawing/2014/main" id="{661A12B9-2430-5FCA-8D3D-4DFB23028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9" name="Avrundet rektangel 35">
              <a:extLst>
                <a:ext uri="{FF2B5EF4-FFF2-40B4-BE49-F238E27FC236}">
                  <a16:creationId xmlns:a16="http://schemas.microsoft.com/office/drawing/2014/main" id="{38EC5745-3B59-A22A-1D43-C7BDC52E6516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0" name="Avrundet rektangel 34">
              <a:extLst>
                <a:ext uri="{FF2B5EF4-FFF2-40B4-BE49-F238E27FC236}">
                  <a16:creationId xmlns:a16="http://schemas.microsoft.com/office/drawing/2014/main" id="{BC737FFF-06DD-1233-A3FC-44144C31D3B1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1" name="Ellipse 32">
              <a:extLst>
                <a:ext uri="{FF2B5EF4-FFF2-40B4-BE49-F238E27FC236}">
                  <a16:creationId xmlns:a16="http://schemas.microsoft.com/office/drawing/2014/main" id="{923D08BF-A3CC-F34C-163B-3290CB5C3DEB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2" name="Ellipse 33">
              <a:extLst>
                <a:ext uri="{FF2B5EF4-FFF2-40B4-BE49-F238E27FC236}">
                  <a16:creationId xmlns:a16="http://schemas.microsoft.com/office/drawing/2014/main" id="{568B986C-ED72-5F61-F271-6CCC04498DA0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408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int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F1AF9C2A-BE4A-4980-80CA-A2489BF765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180800"/>
            <a:ext cx="8956742" cy="1957267"/>
          </a:xfrm>
        </p:spPr>
        <p:txBody>
          <a:bodyPr wrap="square" lIns="0" rIns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200"/>
            </a:lvl1pPr>
            <a:lvl2pPr marL="360000" indent="-360000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10000"/>
              <a:buFontTx/>
              <a:buBlip>
                <a:blip r:embed="rId2"/>
              </a:buBlip>
              <a:tabLst/>
              <a:defRPr sz="3200"/>
            </a:lvl2pPr>
            <a:lvl3pPr marL="755650" indent="-215900">
              <a:buFontTx/>
              <a:buBlip>
                <a:blip r:embed="rId3"/>
              </a:buBlip>
              <a:tabLst/>
              <a:defRPr sz="1800"/>
            </a:lvl3pPr>
            <a:lvl4pPr marL="889000" indent="-130175">
              <a:buFont typeface="Arial" panose="020B0604020202020204" pitchFamily="34" charset="0"/>
              <a:buChar char="•"/>
              <a:tabLst/>
              <a:defRPr sz="1200"/>
            </a:lvl4pPr>
            <a:lvl5pPr marL="972000" indent="-1440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noProof="0" dirty="0"/>
              <a:t>Use indent (not tab) to add bullet</a:t>
            </a:r>
          </a:p>
          <a:p>
            <a:pPr lvl="1"/>
            <a:r>
              <a:rPr lang="en-GB" noProof="0" dirty="0"/>
              <a:t>Andre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2"/>
            <a:r>
              <a:rPr lang="en-GB" noProof="0" dirty="0" err="1"/>
              <a:t>Tredje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3"/>
            <a:r>
              <a:rPr lang="en-GB" noProof="0" dirty="0" err="1"/>
              <a:t>Fjerde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  <a:p>
            <a:pPr lvl="4"/>
            <a:r>
              <a:rPr lang="en-GB" noProof="0" dirty="0" err="1"/>
              <a:t>Femte</a:t>
            </a:r>
            <a:r>
              <a:rPr lang="en-GB" noProof="0" dirty="0"/>
              <a:t> </a:t>
            </a:r>
            <a:r>
              <a:rPr lang="en-GB" noProof="0" dirty="0" err="1"/>
              <a:t>nivå</a:t>
            </a:r>
            <a:endParaRPr lang="en-GB" noProof="0" dirty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8D3B78FA-A07A-7C33-6464-D1979759B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363" y="4320000"/>
            <a:ext cx="5291137" cy="792162"/>
          </a:xfrm>
        </p:spPr>
        <p:txBody>
          <a:bodyPr lIns="0" rIns="0"/>
          <a:lstStyle>
            <a:lvl1pPr marL="0" indent="0">
              <a:spcBef>
                <a:spcPts val="0"/>
              </a:spcBef>
              <a:buNone/>
              <a:defRPr sz="1000" cap="all" baseline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9488-A4FE-897E-882F-49C5F5F4B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7BFD-29D6-81FC-4B7C-A30ABC5E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EEB93-4414-5271-5263-4FB8BFDC4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D1E1E1-B2CD-A295-9A0B-C6C5B19D4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4" name="Avrundet rektangel 1">
              <a:extLst>
                <a:ext uri="{FF2B5EF4-FFF2-40B4-BE49-F238E27FC236}">
                  <a16:creationId xmlns:a16="http://schemas.microsoft.com/office/drawing/2014/main" id="{D463FC84-39D7-7C9F-DDBB-BE6CEA801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rgbClr val="FFD6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rgbClr val="372AC6"/>
                  </a:solidFill>
                </a:rPr>
                <a:t>Do you want bullets:</a:t>
              </a:r>
              <a:r>
                <a:rPr lang="nb-NO" sz="1800" noProof="1">
                  <a:solidFill>
                    <a:schemeClr val="tx2"/>
                  </a:solidFill>
                </a:rPr>
                <a:t> </a:t>
              </a:r>
              <a:r>
                <a:rPr lang="nb-NO" sz="1800" noProof="1">
                  <a:solidFill>
                    <a:srgbClr val="0B0B26"/>
                  </a:solidFill>
                </a:rPr>
                <a:t>Klick the indent button to add our custom bullet to your point.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0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372AC6"/>
                  </a:solidFill>
                </a:rPr>
                <a:t>In this case 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...tab will only give you an indent and</a:t>
              </a:r>
            </a:p>
            <a:p>
              <a:pPr algn="l">
                <a:lnSpc>
                  <a:spcPct val="110000"/>
                </a:lnSpc>
                <a:spcAft>
                  <a:spcPts val="600"/>
                </a:spcAft>
              </a:pPr>
              <a:r>
                <a:rPr lang="nb-NO" sz="1000" noProof="1">
                  <a:solidFill>
                    <a:srgbClr val="0B0B26"/>
                  </a:solidFill>
                </a:rPr>
                <a:t>... the bullet button will give you a wrong bullet and a too large indent</a:t>
              </a:r>
            </a:p>
          </p:txBody>
        </p:sp>
        <p:pic>
          <p:nvPicPr>
            <p:cNvPr id="15" name="Bilde 5">
              <a:extLst>
                <a:ext uri="{FF2B5EF4-FFF2-40B4-BE49-F238E27FC236}">
                  <a16:creationId xmlns:a16="http://schemas.microsoft.com/office/drawing/2014/main" id="{F4DFBBA4-99BA-0727-9AD6-E987B44A8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1896086" y="4211863"/>
              <a:ext cx="8890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6883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3">
            <a:extLst>
              <a:ext uri="{FF2B5EF4-FFF2-40B4-BE49-F238E27FC236}">
                <a16:creationId xmlns:a16="http://schemas.microsoft.com/office/drawing/2014/main" id="{ADA259AD-F487-12F8-B270-1D7AB0D5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1800000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481A05B-A790-61CF-1EFD-6E03157B7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 vert="horz" lIns="0" tIns="0" rIns="0" bIns="0" rtlCol="0">
            <a:spAutoFit/>
          </a:bodyPr>
          <a:lstStyle>
            <a:lvl1pPr>
              <a:lnSpc>
                <a:spcPct val="105000"/>
              </a:lnSpc>
              <a:defRPr lang="en-GB" sz="120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98A75-98D2-8154-236E-13B9AC568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0363" y="368299"/>
            <a:ext cx="3455987" cy="2412389"/>
          </a:xfrm>
          <a:prstGeom prst="roundRect">
            <a:avLst>
              <a:gd name="adj" fmla="val 9206"/>
            </a:avLst>
          </a:prstGeom>
          <a:solidFill>
            <a:schemeClr val="bg2"/>
          </a:solidFill>
        </p:spPr>
        <p:txBody>
          <a:bodyPr lIns="288000" tIns="360000" rIns="288000" bIns="36000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C64B1EC-A112-9EC3-EF43-FE21B409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AD707C7E-C074-C294-0957-974128700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Knowit Footer left margin</a:t>
            </a:r>
            <a:endParaRPr lang="en-GB">
              <a:solidFill>
                <a:schemeClr val="bg2"/>
              </a:solidFill>
            </a:endParaRP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2CBAE73-D85E-4DAD-485F-80E675A18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734BAAA3-E755-5230-7E49-40D6E1CB1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41854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3">
            <a:extLst>
              <a:ext uri="{FF2B5EF4-FFF2-40B4-BE49-F238E27FC236}">
                <a16:creationId xmlns:a16="http://schemas.microsoft.com/office/drawing/2014/main" id="{ADA259AD-F487-12F8-B270-1D7AB0D5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tIns="1800000">
            <a:norm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2481A05B-A790-61CF-1EFD-6E03157B7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 vert="horz" lIns="0" tIns="0" rIns="0" bIns="0" rtlCol="0">
            <a:spAutoFit/>
          </a:bodyPr>
          <a:lstStyle>
            <a:lvl1pPr>
              <a:lnSpc>
                <a:spcPct val="105000"/>
              </a:lnSpc>
              <a:defRPr lang="en-GB" sz="1200">
                <a:solidFill>
                  <a:schemeClr val="bg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98A75-98D2-8154-236E-13B9AC568B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0363" y="368299"/>
            <a:ext cx="3455987" cy="2412389"/>
          </a:xfrm>
          <a:prstGeom prst="roundRect">
            <a:avLst>
              <a:gd name="adj" fmla="val 9206"/>
            </a:avLst>
          </a:prstGeom>
          <a:solidFill>
            <a:schemeClr val="bg2"/>
          </a:solidFill>
        </p:spPr>
        <p:txBody>
          <a:bodyPr lIns="288000" tIns="360000" rIns="288000" bIns="360000">
            <a:sp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FC64B1EC-A112-9EC3-EF43-FE21B409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/>
              <a:t>12/11/2025</a:t>
            </a:r>
            <a:endParaRPr lang="en-GB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AD707C7E-C074-C294-0957-974128700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2CBAE73-D85E-4DAD-485F-80E675A18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236E94-CC9C-0247-80B3-0FFE97F543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734BAAA3-E755-5230-7E49-40D6E1CB1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453707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89FD908-082D-5609-E6E8-BFA520D40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04125" y="367200"/>
            <a:ext cx="3456000" cy="4752000"/>
          </a:xfrm>
          <a:prstGeom prst="roundRect">
            <a:avLst>
              <a:gd name="adj" fmla="val 4853"/>
            </a:avLst>
          </a:prstGeom>
          <a:solidFill>
            <a:schemeClr val="tx2"/>
          </a:solidFill>
        </p:spPr>
        <p:txBody>
          <a:bodyPr vert="horz" wrap="square" lIns="288000" tIns="360000" rIns="288000" bIns="360000" rtlCol="0">
            <a:noAutofit/>
          </a:bodyPr>
          <a:lstStyle/>
          <a:p>
            <a:pPr marL="215900" lvl="0" indent="-215900" defTabSz="864006">
              <a:lnSpc>
                <a:spcPct val="105000"/>
              </a:lnSpc>
              <a:spcBef>
                <a:spcPts val="1200"/>
              </a:spcBef>
              <a:buSzPct val="100000"/>
              <a:buFontTx/>
              <a:buBlip>
                <a:blip r:embed="rId2"/>
              </a:buBlip>
              <a:tabLst/>
            </a:pPr>
            <a:endParaRPr lang="nb-NO" sz="1800" b="0" i="0" dirty="0">
              <a:solidFill>
                <a:schemeClr val="bg2"/>
              </a:solidFill>
              <a:cs typeface="Bagoss Standard Light" panose="020B0304060102020204" pitchFamily="34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8ADF4-B9B7-32A6-4202-13EFBE0EE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rIns="0" anchor="b" anchorCtr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3635476D-E7D6-F48E-C404-81EAF2D7F9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04138" y="368299"/>
            <a:ext cx="3455987" cy="4752975"/>
          </a:xfrm>
          <a:prstGeom prst="rect">
            <a:avLst/>
          </a:prstGeom>
          <a:noFill/>
        </p:spPr>
        <p:txBody>
          <a:bodyPr wrap="square" lIns="288000" tIns="360000" rIns="288000" bIns="360000">
            <a:noAutofit/>
          </a:bodyPr>
          <a:lstStyle>
            <a:lvl1pPr>
              <a:buFontTx/>
              <a:buBlip>
                <a:blip r:embed="rId2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C939C283-7293-C026-37AD-EB53FBDCB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363" y="367200"/>
            <a:ext cx="7127875" cy="5742000"/>
          </a:xfrm>
          <a:prstGeom prst="roundRect">
            <a:avLst>
              <a:gd name="adj" fmla="val 3151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DE2D4D3-7DA4-5EFB-B0BB-C0D8303C2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0430EC75-2E7D-BC66-F499-3B92FD9D7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41EE050-691F-1E9C-0515-1B336B374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BE6FF0BD-55AE-88D1-FA32-2104855EA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790DC4-2780-3F95-47BE-ADA49021D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14" name="Bilde 7">
              <a:extLst>
                <a:ext uri="{FF2B5EF4-FFF2-40B4-BE49-F238E27FC236}">
                  <a16:creationId xmlns:a16="http://schemas.microsoft.com/office/drawing/2014/main" id="{11BF373E-0A31-2E55-2978-F097F5213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5" name="Avrundet rektangel 8">
              <a:extLst>
                <a:ext uri="{FF2B5EF4-FFF2-40B4-BE49-F238E27FC236}">
                  <a16:creationId xmlns:a16="http://schemas.microsoft.com/office/drawing/2014/main" id="{39F0307F-F8A7-616A-C40D-D701DFB53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6" name="Colours">
            <a:extLst>
              <a:ext uri="{FF2B5EF4-FFF2-40B4-BE49-F238E27FC236}">
                <a16:creationId xmlns:a16="http://schemas.microsoft.com/office/drawing/2014/main" id="{BC15876A-132B-8BA6-438A-5A78020AB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7" name="Avrundet rektangel 35">
              <a:extLst>
                <a:ext uri="{FF2B5EF4-FFF2-40B4-BE49-F238E27FC236}">
                  <a16:creationId xmlns:a16="http://schemas.microsoft.com/office/drawing/2014/main" id="{052DC1CF-0BC2-3FC2-0AED-ECC46EB26E59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8" name="Avrundet rektangel 34">
              <a:extLst>
                <a:ext uri="{FF2B5EF4-FFF2-40B4-BE49-F238E27FC236}">
                  <a16:creationId xmlns:a16="http://schemas.microsoft.com/office/drawing/2014/main" id="{D267D361-1BFE-A1AE-62F4-060F6A6FC943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Ellipse 32">
              <a:extLst>
                <a:ext uri="{FF2B5EF4-FFF2-40B4-BE49-F238E27FC236}">
                  <a16:creationId xmlns:a16="http://schemas.microsoft.com/office/drawing/2014/main" id="{DD771C32-6F40-0675-293E-81BEA1046820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20" name="Gruppe 73">
              <a:extLst>
                <a:ext uri="{FF2B5EF4-FFF2-40B4-BE49-F238E27FC236}">
                  <a16:creationId xmlns:a16="http://schemas.microsoft.com/office/drawing/2014/main" id="{6A93F2AF-C288-2C2F-A41E-FF65083BE47C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2" name="Ellipse 25">
                <a:extLst>
                  <a:ext uri="{FF2B5EF4-FFF2-40B4-BE49-F238E27FC236}">
                    <a16:creationId xmlns:a16="http://schemas.microsoft.com/office/drawing/2014/main" id="{CD1509AB-F274-5054-7590-378768CD823C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6">
                <a:extLst>
                  <a:ext uri="{FF2B5EF4-FFF2-40B4-BE49-F238E27FC236}">
                    <a16:creationId xmlns:a16="http://schemas.microsoft.com/office/drawing/2014/main" id="{1055CFE8-67CB-9D24-62BA-78E6DECA6E89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27">
                <a:extLst>
                  <a:ext uri="{FF2B5EF4-FFF2-40B4-BE49-F238E27FC236}">
                    <a16:creationId xmlns:a16="http://schemas.microsoft.com/office/drawing/2014/main" id="{E3124C51-C533-7FCF-67D3-673BB2035071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5" name="Ellipse 28">
                <a:extLst>
                  <a:ext uri="{FF2B5EF4-FFF2-40B4-BE49-F238E27FC236}">
                    <a16:creationId xmlns:a16="http://schemas.microsoft.com/office/drawing/2014/main" id="{B30FE305-73BF-6D9A-A75C-2928E1372D9E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6" name="Ellipse 29">
                <a:extLst>
                  <a:ext uri="{FF2B5EF4-FFF2-40B4-BE49-F238E27FC236}">
                    <a16:creationId xmlns:a16="http://schemas.microsoft.com/office/drawing/2014/main" id="{980B6ECC-E472-4ED7-A3E6-68C2A8F1CE6F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33">
                <a:extLst>
                  <a:ext uri="{FF2B5EF4-FFF2-40B4-BE49-F238E27FC236}">
                    <a16:creationId xmlns:a16="http://schemas.microsoft.com/office/drawing/2014/main" id="{1F1ABA64-1CE4-9F34-111E-6B1CD603C223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21" name="Ellipse 72">
              <a:extLst>
                <a:ext uri="{FF2B5EF4-FFF2-40B4-BE49-F238E27FC236}">
                  <a16:creationId xmlns:a16="http://schemas.microsoft.com/office/drawing/2014/main" id="{CFCFFB01-6933-60F0-EA5B-92612FD817E0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8" name="Colours">
            <a:extLst>
              <a:ext uri="{FF2B5EF4-FFF2-40B4-BE49-F238E27FC236}">
                <a16:creationId xmlns:a16="http://schemas.microsoft.com/office/drawing/2014/main" id="{07C7BB10-11F3-CA97-F8C9-3855235EC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9" name="Avrundet rektangel 35">
              <a:extLst>
                <a:ext uri="{FF2B5EF4-FFF2-40B4-BE49-F238E27FC236}">
                  <a16:creationId xmlns:a16="http://schemas.microsoft.com/office/drawing/2014/main" id="{B40F3106-610D-F842-F11E-BA72F7F3DDE2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0" name="Avrundet rektangel 34">
              <a:extLst>
                <a:ext uri="{FF2B5EF4-FFF2-40B4-BE49-F238E27FC236}">
                  <a16:creationId xmlns:a16="http://schemas.microsoft.com/office/drawing/2014/main" id="{5BBEE943-8961-A3E9-03C1-194C672425A6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1" name="Ellipse 32">
              <a:extLst>
                <a:ext uri="{FF2B5EF4-FFF2-40B4-BE49-F238E27FC236}">
                  <a16:creationId xmlns:a16="http://schemas.microsoft.com/office/drawing/2014/main" id="{E02EC07F-4CED-EB5F-5C6C-434064D6B8DD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2" name="Ellipse 33">
              <a:extLst>
                <a:ext uri="{FF2B5EF4-FFF2-40B4-BE49-F238E27FC236}">
                  <a16:creationId xmlns:a16="http://schemas.microsoft.com/office/drawing/2014/main" id="{A862C0BB-0B16-5E66-DE85-DBD721A29E2D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888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477B54-EB0E-F72C-2F0D-A52529085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48444" y="1358897"/>
            <a:ext cx="3456000" cy="3762377"/>
          </a:xfrm>
          <a:prstGeom prst="roundRect">
            <a:avLst>
              <a:gd name="adj" fmla="val 4853"/>
            </a:avLst>
          </a:prstGeom>
          <a:solidFill>
            <a:schemeClr val="tx2"/>
          </a:solidFill>
        </p:spPr>
        <p:txBody>
          <a:bodyPr vert="horz" wrap="square" lIns="288000" tIns="360000" rIns="288000" bIns="360000" rtlCol="0">
            <a:noAutofit/>
          </a:bodyPr>
          <a:lstStyle/>
          <a:p>
            <a:pPr marL="215900" lvl="0" indent="-215900" defTabSz="864006">
              <a:lnSpc>
                <a:spcPct val="105000"/>
              </a:lnSpc>
              <a:spcBef>
                <a:spcPts val="1200"/>
              </a:spcBef>
              <a:buSzPct val="100000"/>
              <a:buFontTx/>
              <a:buBlip>
                <a:blip r:embed="rId2"/>
              </a:buBlip>
              <a:tabLst/>
            </a:pPr>
            <a:endParaRPr lang="nb-NO" sz="1800" b="0" i="0" dirty="0">
              <a:solidFill>
                <a:schemeClr val="bg2"/>
              </a:solidFill>
              <a:cs typeface="Bagoss Standard Light" panose="020B0304060102020204" pitchFamily="34" charset="77"/>
            </a:endParaRP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A0E17889-66F2-C42F-5802-3DF15B4F9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312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FF29A28-3F10-0F7B-CCCA-0FBE25D27A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48444" y="1358897"/>
            <a:ext cx="3455987" cy="3762376"/>
          </a:xfrm>
          <a:prstGeom prst="rect">
            <a:avLst/>
          </a:prstGeom>
          <a:noFill/>
        </p:spPr>
        <p:txBody>
          <a:bodyPr lIns="288000" tIns="360000" rIns="288000" bIns="360000">
            <a:noAutofit/>
          </a:bodyPr>
          <a:lstStyle>
            <a:lvl1pPr>
              <a:buFontTx/>
              <a:buBlip>
                <a:blip r:embed="rId2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363" y="1358897"/>
            <a:ext cx="4369534" cy="3761999"/>
          </a:xfrm>
          <a:prstGeom prst="roundRect">
            <a:avLst>
              <a:gd name="adj" fmla="val 4764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" name="Plassholder for bilde 3">
            <a:extLst>
              <a:ext uri="{FF2B5EF4-FFF2-40B4-BE49-F238E27FC236}">
                <a16:creationId xmlns:a16="http://schemas.microsoft.com/office/drawing/2014/main" id="{00327835-2320-85AA-732F-5BF5C530F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22978" y="1358897"/>
            <a:ext cx="2537147" cy="3761999"/>
          </a:xfrm>
          <a:prstGeom prst="roundRect">
            <a:avLst>
              <a:gd name="adj" fmla="val 6766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dato 8">
            <a:extLst>
              <a:ext uri="{FF2B5EF4-FFF2-40B4-BE49-F238E27FC236}">
                <a16:creationId xmlns:a16="http://schemas.microsoft.com/office/drawing/2014/main" id="{926A7CD7-C033-F30F-7C7B-967C7377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1AA3DEE5-743A-48C6-1C8F-E45BB0164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667236E6-519C-3B50-9D8B-567B89627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35F4AB66-3A72-D8D2-A00D-FB9F0B15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094437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1FAA1E9-720A-A5F5-9A3D-E9005CFD7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4"/>
          </a:xfrm>
          <a:custGeom>
            <a:avLst/>
            <a:gdLst>
              <a:gd name="connsiteX0" fmla="*/ 9322039 w 10793456"/>
              <a:gd name="connsiteY0" fmla="*/ 3975099 h 5743574"/>
              <a:gd name="connsiteX1" fmla="*/ 10652291 w 10793456"/>
              <a:gd name="connsiteY1" fmla="*/ 3975099 h 5743574"/>
              <a:gd name="connsiteX2" fmla="*/ 10793456 w 10793456"/>
              <a:gd name="connsiteY2" fmla="*/ 4116264 h 5743574"/>
              <a:gd name="connsiteX3" fmla="*/ 10793456 w 10793456"/>
              <a:gd name="connsiteY3" fmla="*/ 5602409 h 5743574"/>
              <a:gd name="connsiteX4" fmla="*/ 10652291 w 10793456"/>
              <a:gd name="connsiteY4" fmla="*/ 5743574 h 5743574"/>
              <a:gd name="connsiteX5" fmla="*/ 9322039 w 10793456"/>
              <a:gd name="connsiteY5" fmla="*/ 5743574 h 5743574"/>
              <a:gd name="connsiteX6" fmla="*/ 9180874 w 10793456"/>
              <a:gd name="connsiteY6" fmla="*/ 5602409 h 5743574"/>
              <a:gd name="connsiteX7" fmla="*/ 9180874 w 10793456"/>
              <a:gd name="connsiteY7" fmla="*/ 4116264 h 5743574"/>
              <a:gd name="connsiteX8" fmla="*/ 9322039 w 10793456"/>
              <a:gd name="connsiteY8" fmla="*/ 3975099 h 5743574"/>
              <a:gd name="connsiteX9" fmla="*/ 5649689 w 10793456"/>
              <a:gd name="connsiteY9" fmla="*/ 3975099 h 5743574"/>
              <a:gd name="connsiteX10" fmla="*/ 6979941 w 10793456"/>
              <a:gd name="connsiteY10" fmla="*/ 3975099 h 5743574"/>
              <a:gd name="connsiteX11" fmla="*/ 7121106 w 10793456"/>
              <a:gd name="connsiteY11" fmla="*/ 4116264 h 5743574"/>
              <a:gd name="connsiteX12" fmla="*/ 7121106 w 10793456"/>
              <a:gd name="connsiteY12" fmla="*/ 5602409 h 5743574"/>
              <a:gd name="connsiteX13" fmla="*/ 6979941 w 10793456"/>
              <a:gd name="connsiteY13" fmla="*/ 5743574 h 5743574"/>
              <a:gd name="connsiteX14" fmla="*/ 5649689 w 10793456"/>
              <a:gd name="connsiteY14" fmla="*/ 5743574 h 5743574"/>
              <a:gd name="connsiteX15" fmla="*/ 5508524 w 10793456"/>
              <a:gd name="connsiteY15" fmla="*/ 5602409 h 5743574"/>
              <a:gd name="connsiteX16" fmla="*/ 5508524 w 10793456"/>
              <a:gd name="connsiteY16" fmla="*/ 4116264 h 5743574"/>
              <a:gd name="connsiteX17" fmla="*/ 5649689 w 10793456"/>
              <a:gd name="connsiteY17" fmla="*/ 3975099 h 5743574"/>
              <a:gd name="connsiteX18" fmla="*/ 3813514 w 10793456"/>
              <a:gd name="connsiteY18" fmla="*/ 3975099 h 5743574"/>
              <a:gd name="connsiteX19" fmla="*/ 5143766 w 10793456"/>
              <a:gd name="connsiteY19" fmla="*/ 3975099 h 5743574"/>
              <a:gd name="connsiteX20" fmla="*/ 5284931 w 10793456"/>
              <a:gd name="connsiteY20" fmla="*/ 4116264 h 5743574"/>
              <a:gd name="connsiteX21" fmla="*/ 5284931 w 10793456"/>
              <a:gd name="connsiteY21" fmla="*/ 5602409 h 5743574"/>
              <a:gd name="connsiteX22" fmla="*/ 5143766 w 10793456"/>
              <a:gd name="connsiteY22" fmla="*/ 5743574 h 5743574"/>
              <a:gd name="connsiteX23" fmla="*/ 3813514 w 10793456"/>
              <a:gd name="connsiteY23" fmla="*/ 5743574 h 5743574"/>
              <a:gd name="connsiteX24" fmla="*/ 3672350 w 10793456"/>
              <a:gd name="connsiteY24" fmla="*/ 5602409 h 5743574"/>
              <a:gd name="connsiteX25" fmla="*/ 3672350 w 10793456"/>
              <a:gd name="connsiteY25" fmla="*/ 4116264 h 5743574"/>
              <a:gd name="connsiteX26" fmla="*/ 3813514 w 10793456"/>
              <a:gd name="connsiteY26" fmla="*/ 3975099 h 5743574"/>
              <a:gd name="connsiteX27" fmla="*/ 1977339 w 10793456"/>
              <a:gd name="connsiteY27" fmla="*/ 3975099 h 5743574"/>
              <a:gd name="connsiteX28" fmla="*/ 3307591 w 10793456"/>
              <a:gd name="connsiteY28" fmla="*/ 3975099 h 5743574"/>
              <a:gd name="connsiteX29" fmla="*/ 3448756 w 10793456"/>
              <a:gd name="connsiteY29" fmla="*/ 4116264 h 5743574"/>
              <a:gd name="connsiteX30" fmla="*/ 3448756 w 10793456"/>
              <a:gd name="connsiteY30" fmla="*/ 5602409 h 5743574"/>
              <a:gd name="connsiteX31" fmla="*/ 3307591 w 10793456"/>
              <a:gd name="connsiteY31" fmla="*/ 5743574 h 5743574"/>
              <a:gd name="connsiteX32" fmla="*/ 1977339 w 10793456"/>
              <a:gd name="connsiteY32" fmla="*/ 5743574 h 5743574"/>
              <a:gd name="connsiteX33" fmla="*/ 1836174 w 10793456"/>
              <a:gd name="connsiteY33" fmla="*/ 5602409 h 5743574"/>
              <a:gd name="connsiteX34" fmla="*/ 1836174 w 10793456"/>
              <a:gd name="connsiteY34" fmla="*/ 4116264 h 5743574"/>
              <a:gd name="connsiteX35" fmla="*/ 1977339 w 10793456"/>
              <a:gd name="connsiteY35" fmla="*/ 3975099 h 5743574"/>
              <a:gd name="connsiteX36" fmla="*/ 141167 w 10793456"/>
              <a:gd name="connsiteY36" fmla="*/ 3975099 h 5743574"/>
              <a:gd name="connsiteX37" fmla="*/ 1471419 w 10793456"/>
              <a:gd name="connsiteY37" fmla="*/ 3975099 h 5743574"/>
              <a:gd name="connsiteX38" fmla="*/ 1612583 w 10793456"/>
              <a:gd name="connsiteY38" fmla="*/ 4116264 h 5743574"/>
              <a:gd name="connsiteX39" fmla="*/ 1612583 w 10793456"/>
              <a:gd name="connsiteY39" fmla="*/ 5602409 h 5743574"/>
              <a:gd name="connsiteX40" fmla="*/ 1471419 w 10793456"/>
              <a:gd name="connsiteY40" fmla="*/ 5743574 h 5743574"/>
              <a:gd name="connsiteX41" fmla="*/ 141167 w 10793456"/>
              <a:gd name="connsiteY41" fmla="*/ 5743574 h 5743574"/>
              <a:gd name="connsiteX42" fmla="*/ 2 w 10793456"/>
              <a:gd name="connsiteY42" fmla="*/ 5602409 h 5743574"/>
              <a:gd name="connsiteX43" fmla="*/ 2 w 10793456"/>
              <a:gd name="connsiteY43" fmla="*/ 4116264 h 5743574"/>
              <a:gd name="connsiteX44" fmla="*/ 141167 w 10793456"/>
              <a:gd name="connsiteY44" fmla="*/ 3975099 h 5743574"/>
              <a:gd name="connsiteX45" fmla="*/ 9322039 w 10793456"/>
              <a:gd name="connsiteY45" fmla="*/ 1987549 h 5743574"/>
              <a:gd name="connsiteX46" fmla="*/ 10652291 w 10793456"/>
              <a:gd name="connsiteY46" fmla="*/ 1987549 h 5743574"/>
              <a:gd name="connsiteX47" fmla="*/ 10793456 w 10793456"/>
              <a:gd name="connsiteY47" fmla="*/ 2128714 h 5743574"/>
              <a:gd name="connsiteX48" fmla="*/ 10793456 w 10793456"/>
              <a:gd name="connsiteY48" fmla="*/ 3614859 h 5743574"/>
              <a:gd name="connsiteX49" fmla="*/ 10652291 w 10793456"/>
              <a:gd name="connsiteY49" fmla="*/ 3756024 h 5743574"/>
              <a:gd name="connsiteX50" fmla="*/ 9322039 w 10793456"/>
              <a:gd name="connsiteY50" fmla="*/ 3756024 h 5743574"/>
              <a:gd name="connsiteX51" fmla="*/ 9180874 w 10793456"/>
              <a:gd name="connsiteY51" fmla="*/ 3614859 h 5743574"/>
              <a:gd name="connsiteX52" fmla="*/ 9180874 w 10793456"/>
              <a:gd name="connsiteY52" fmla="*/ 2128714 h 5743574"/>
              <a:gd name="connsiteX53" fmla="*/ 9322039 w 10793456"/>
              <a:gd name="connsiteY53" fmla="*/ 1987549 h 5743574"/>
              <a:gd name="connsiteX54" fmla="*/ 7485864 w 10793456"/>
              <a:gd name="connsiteY54" fmla="*/ 1987549 h 5743574"/>
              <a:gd name="connsiteX55" fmla="*/ 8816116 w 10793456"/>
              <a:gd name="connsiteY55" fmla="*/ 1987549 h 5743574"/>
              <a:gd name="connsiteX56" fmla="*/ 8957281 w 10793456"/>
              <a:gd name="connsiteY56" fmla="*/ 2128714 h 5743574"/>
              <a:gd name="connsiteX57" fmla="*/ 8957281 w 10793456"/>
              <a:gd name="connsiteY57" fmla="*/ 3614859 h 5743574"/>
              <a:gd name="connsiteX58" fmla="*/ 8957103 w 10793456"/>
              <a:gd name="connsiteY58" fmla="*/ 3615741 h 5743574"/>
              <a:gd name="connsiteX59" fmla="*/ 8957103 w 10793456"/>
              <a:gd name="connsiteY59" fmla="*/ 4115382 h 5743574"/>
              <a:gd name="connsiteX60" fmla="*/ 8957281 w 10793456"/>
              <a:gd name="connsiteY60" fmla="*/ 4116264 h 5743574"/>
              <a:gd name="connsiteX61" fmla="*/ 8957281 w 10793456"/>
              <a:gd name="connsiteY61" fmla="*/ 5602409 h 5743574"/>
              <a:gd name="connsiteX62" fmla="*/ 8816116 w 10793456"/>
              <a:gd name="connsiteY62" fmla="*/ 5743574 h 5743574"/>
              <a:gd name="connsiteX63" fmla="*/ 7485864 w 10793456"/>
              <a:gd name="connsiteY63" fmla="*/ 5743574 h 5743574"/>
              <a:gd name="connsiteX64" fmla="*/ 7344699 w 10793456"/>
              <a:gd name="connsiteY64" fmla="*/ 5602409 h 5743574"/>
              <a:gd name="connsiteX65" fmla="*/ 7344699 w 10793456"/>
              <a:gd name="connsiteY65" fmla="*/ 4116264 h 5743574"/>
              <a:gd name="connsiteX66" fmla="*/ 7345724 w 10793456"/>
              <a:gd name="connsiteY66" fmla="*/ 4111187 h 5743574"/>
              <a:gd name="connsiteX67" fmla="*/ 7345724 w 10793456"/>
              <a:gd name="connsiteY67" fmla="*/ 3619936 h 5743574"/>
              <a:gd name="connsiteX68" fmla="*/ 7344699 w 10793456"/>
              <a:gd name="connsiteY68" fmla="*/ 3614859 h 5743574"/>
              <a:gd name="connsiteX69" fmla="*/ 7344699 w 10793456"/>
              <a:gd name="connsiteY69" fmla="*/ 2128714 h 5743574"/>
              <a:gd name="connsiteX70" fmla="*/ 7485864 w 10793456"/>
              <a:gd name="connsiteY70" fmla="*/ 1987549 h 5743574"/>
              <a:gd name="connsiteX71" fmla="*/ 5649689 w 10793456"/>
              <a:gd name="connsiteY71" fmla="*/ 1987549 h 5743574"/>
              <a:gd name="connsiteX72" fmla="*/ 6979941 w 10793456"/>
              <a:gd name="connsiteY72" fmla="*/ 1987549 h 5743574"/>
              <a:gd name="connsiteX73" fmla="*/ 7121106 w 10793456"/>
              <a:gd name="connsiteY73" fmla="*/ 2128714 h 5743574"/>
              <a:gd name="connsiteX74" fmla="*/ 7121106 w 10793456"/>
              <a:gd name="connsiteY74" fmla="*/ 3614859 h 5743574"/>
              <a:gd name="connsiteX75" fmla="*/ 6979941 w 10793456"/>
              <a:gd name="connsiteY75" fmla="*/ 3756024 h 5743574"/>
              <a:gd name="connsiteX76" fmla="*/ 5649689 w 10793456"/>
              <a:gd name="connsiteY76" fmla="*/ 3756024 h 5743574"/>
              <a:gd name="connsiteX77" fmla="*/ 5508524 w 10793456"/>
              <a:gd name="connsiteY77" fmla="*/ 3614859 h 5743574"/>
              <a:gd name="connsiteX78" fmla="*/ 5508524 w 10793456"/>
              <a:gd name="connsiteY78" fmla="*/ 2128714 h 5743574"/>
              <a:gd name="connsiteX79" fmla="*/ 5649689 w 10793456"/>
              <a:gd name="connsiteY79" fmla="*/ 1987549 h 5743574"/>
              <a:gd name="connsiteX80" fmla="*/ 3813515 w 10793456"/>
              <a:gd name="connsiteY80" fmla="*/ 1987549 h 5743574"/>
              <a:gd name="connsiteX81" fmla="*/ 5143766 w 10793456"/>
              <a:gd name="connsiteY81" fmla="*/ 1987549 h 5743574"/>
              <a:gd name="connsiteX82" fmla="*/ 5284931 w 10793456"/>
              <a:gd name="connsiteY82" fmla="*/ 2128714 h 5743574"/>
              <a:gd name="connsiteX83" fmla="*/ 5284931 w 10793456"/>
              <a:gd name="connsiteY83" fmla="*/ 3614859 h 5743574"/>
              <a:gd name="connsiteX84" fmla="*/ 5143766 w 10793456"/>
              <a:gd name="connsiteY84" fmla="*/ 3756024 h 5743574"/>
              <a:gd name="connsiteX85" fmla="*/ 3813515 w 10793456"/>
              <a:gd name="connsiteY85" fmla="*/ 3756024 h 5743574"/>
              <a:gd name="connsiteX86" fmla="*/ 3672350 w 10793456"/>
              <a:gd name="connsiteY86" fmla="*/ 3614859 h 5743574"/>
              <a:gd name="connsiteX87" fmla="*/ 3672350 w 10793456"/>
              <a:gd name="connsiteY87" fmla="*/ 2128714 h 5743574"/>
              <a:gd name="connsiteX88" fmla="*/ 3813515 w 10793456"/>
              <a:gd name="connsiteY88" fmla="*/ 1987549 h 5743574"/>
              <a:gd name="connsiteX89" fmla="*/ 1977340 w 10793456"/>
              <a:gd name="connsiteY89" fmla="*/ 1987549 h 5743574"/>
              <a:gd name="connsiteX90" fmla="*/ 3307592 w 10793456"/>
              <a:gd name="connsiteY90" fmla="*/ 1987549 h 5743574"/>
              <a:gd name="connsiteX91" fmla="*/ 3448757 w 10793456"/>
              <a:gd name="connsiteY91" fmla="*/ 2128714 h 5743574"/>
              <a:gd name="connsiteX92" fmla="*/ 3448757 w 10793456"/>
              <a:gd name="connsiteY92" fmla="*/ 3614859 h 5743574"/>
              <a:gd name="connsiteX93" fmla="*/ 3307592 w 10793456"/>
              <a:gd name="connsiteY93" fmla="*/ 3756024 h 5743574"/>
              <a:gd name="connsiteX94" fmla="*/ 1977340 w 10793456"/>
              <a:gd name="connsiteY94" fmla="*/ 3756024 h 5743574"/>
              <a:gd name="connsiteX95" fmla="*/ 1836175 w 10793456"/>
              <a:gd name="connsiteY95" fmla="*/ 3614859 h 5743574"/>
              <a:gd name="connsiteX96" fmla="*/ 1836175 w 10793456"/>
              <a:gd name="connsiteY96" fmla="*/ 2128714 h 5743574"/>
              <a:gd name="connsiteX97" fmla="*/ 1977340 w 10793456"/>
              <a:gd name="connsiteY97" fmla="*/ 1987549 h 5743574"/>
              <a:gd name="connsiteX98" fmla="*/ 141165 w 10793456"/>
              <a:gd name="connsiteY98" fmla="*/ 1987549 h 5743574"/>
              <a:gd name="connsiteX99" fmla="*/ 1471417 w 10793456"/>
              <a:gd name="connsiteY99" fmla="*/ 1987549 h 5743574"/>
              <a:gd name="connsiteX100" fmla="*/ 1612582 w 10793456"/>
              <a:gd name="connsiteY100" fmla="*/ 2128714 h 5743574"/>
              <a:gd name="connsiteX101" fmla="*/ 1612582 w 10793456"/>
              <a:gd name="connsiteY101" fmla="*/ 3614859 h 5743574"/>
              <a:gd name="connsiteX102" fmla="*/ 1471417 w 10793456"/>
              <a:gd name="connsiteY102" fmla="*/ 3756024 h 5743574"/>
              <a:gd name="connsiteX103" fmla="*/ 141165 w 10793456"/>
              <a:gd name="connsiteY103" fmla="*/ 3756024 h 5743574"/>
              <a:gd name="connsiteX104" fmla="*/ 0 w 10793456"/>
              <a:gd name="connsiteY104" fmla="*/ 3614859 h 5743574"/>
              <a:gd name="connsiteX105" fmla="*/ 0 w 10793456"/>
              <a:gd name="connsiteY105" fmla="*/ 2128714 h 5743574"/>
              <a:gd name="connsiteX106" fmla="*/ 141165 w 10793456"/>
              <a:gd name="connsiteY106" fmla="*/ 1987549 h 5743574"/>
              <a:gd name="connsiteX107" fmla="*/ 9322039 w 10793456"/>
              <a:gd name="connsiteY107" fmla="*/ 0 h 5743574"/>
              <a:gd name="connsiteX108" fmla="*/ 10652291 w 10793456"/>
              <a:gd name="connsiteY108" fmla="*/ 0 h 5743574"/>
              <a:gd name="connsiteX109" fmla="*/ 10793456 w 10793456"/>
              <a:gd name="connsiteY109" fmla="*/ 141165 h 5743574"/>
              <a:gd name="connsiteX110" fmla="*/ 10793456 w 10793456"/>
              <a:gd name="connsiteY110" fmla="*/ 1627310 h 5743574"/>
              <a:gd name="connsiteX111" fmla="*/ 10652291 w 10793456"/>
              <a:gd name="connsiteY111" fmla="*/ 1768474 h 5743574"/>
              <a:gd name="connsiteX112" fmla="*/ 9322039 w 10793456"/>
              <a:gd name="connsiteY112" fmla="*/ 1768474 h 5743574"/>
              <a:gd name="connsiteX113" fmla="*/ 9180874 w 10793456"/>
              <a:gd name="connsiteY113" fmla="*/ 1627310 h 5743574"/>
              <a:gd name="connsiteX114" fmla="*/ 9180874 w 10793456"/>
              <a:gd name="connsiteY114" fmla="*/ 141165 h 5743574"/>
              <a:gd name="connsiteX115" fmla="*/ 9322039 w 10793456"/>
              <a:gd name="connsiteY115" fmla="*/ 0 h 5743574"/>
              <a:gd name="connsiteX116" fmla="*/ 7485864 w 10793456"/>
              <a:gd name="connsiteY116" fmla="*/ 0 h 5743574"/>
              <a:gd name="connsiteX117" fmla="*/ 8816116 w 10793456"/>
              <a:gd name="connsiteY117" fmla="*/ 0 h 5743574"/>
              <a:gd name="connsiteX118" fmla="*/ 8957281 w 10793456"/>
              <a:gd name="connsiteY118" fmla="*/ 141165 h 5743574"/>
              <a:gd name="connsiteX119" fmla="*/ 8957281 w 10793456"/>
              <a:gd name="connsiteY119" fmla="*/ 1627310 h 5743574"/>
              <a:gd name="connsiteX120" fmla="*/ 8816116 w 10793456"/>
              <a:gd name="connsiteY120" fmla="*/ 1768474 h 5743574"/>
              <a:gd name="connsiteX121" fmla="*/ 7485864 w 10793456"/>
              <a:gd name="connsiteY121" fmla="*/ 1768474 h 5743574"/>
              <a:gd name="connsiteX122" fmla="*/ 7344699 w 10793456"/>
              <a:gd name="connsiteY122" fmla="*/ 1627310 h 5743574"/>
              <a:gd name="connsiteX123" fmla="*/ 7344699 w 10793456"/>
              <a:gd name="connsiteY123" fmla="*/ 141165 h 5743574"/>
              <a:gd name="connsiteX124" fmla="*/ 7485864 w 10793456"/>
              <a:gd name="connsiteY124" fmla="*/ 0 h 5743574"/>
              <a:gd name="connsiteX125" fmla="*/ 5649689 w 10793456"/>
              <a:gd name="connsiteY125" fmla="*/ 0 h 5743574"/>
              <a:gd name="connsiteX126" fmla="*/ 6979941 w 10793456"/>
              <a:gd name="connsiteY126" fmla="*/ 0 h 5743574"/>
              <a:gd name="connsiteX127" fmla="*/ 7121106 w 10793456"/>
              <a:gd name="connsiteY127" fmla="*/ 141165 h 5743574"/>
              <a:gd name="connsiteX128" fmla="*/ 7121106 w 10793456"/>
              <a:gd name="connsiteY128" fmla="*/ 1627310 h 5743574"/>
              <a:gd name="connsiteX129" fmla="*/ 6979941 w 10793456"/>
              <a:gd name="connsiteY129" fmla="*/ 1768474 h 5743574"/>
              <a:gd name="connsiteX130" fmla="*/ 5649689 w 10793456"/>
              <a:gd name="connsiteY130" fmla="*/ 1768474 h 5743574"/>
              <a:gd name="connsiteX131" fmla="*/ 5508524 w 10793456"/>
              <a:gd name="connsiteY131" fmla="*/ 1627310 h 5743574"/>
              <a:gd name="connsiteX132" fmla="*/ 5508524 w 10793456"/>
              <a:gd name="connsiteY132" fmla="*/ 141165 h 5743574"/>
              <a:gd name="connsiteX133" fmla="*/ 5649689 w 10793456"/>
              <a:gd name="connsiteY133" fmla="*/ 0 h 5743574"/>
              <a:gd name="connsiteX134" fmla="*/ 3813517 w 10793456"/>
              <a:gd name="connsiteY134" fmla="*/ 0 h 5743574"/>
              <a:gd name="connsiteX135" fmla="*/ 5143766 w 10793456"/>
              <a:gd name="connsiteY135" fmla="*/ 0 h 5743574"/>
              <a:gd name="connsiteX136" fmla="*/ 5284931 w 10793456"/>
              <a:gd name="connsiteY136" fmla="*/ 141165 h 5743574"/>
              <a:gd name="connsiteX137" fmla="*/ 5284931 w 10793456"/>
              <a:gd name="connsiteY137" fmla="*/ 1627310 h 5743574"/>
              <a:gd name="connsiteX138" fmla="*/ 5143766 w 10793456"/>
              <a:gd name="connsiteY138" fmla="*/ 1768474 h 5743574"/>
              <a:gd name="connsiteX139" fmla="*/ 3813517 w 10793456"/>
              <a:gd name="connsiteY139" fmla="*/ 1768474 h 5743574"/>
              <a:gd name="connsiteX140" fmla="*/ 3672352 w 10793456"/>
              <a:gd name="connsiteY140" fmla="*/ 1627310 h 5743574"/>
              <a:gd name="connsiteX141" fmla="*/ 3672352 w 10793456"/>
              <a:gd name="connsiteY141" fmla="*/ 141165 h 5743574"/>
              <a:gd name="connsiteX142" fmla="*/ 3813517 w 10793456"/>
              <a:gd name="connsiteY142" fmla="*/ 0 h 5743574"/>
              <a:gd name="connsiteX143" fmla="*/ 141166 w 10793456"/>
              <a:gd name="connsiteY143" fmla="*/ 0 h 5743574"/>
              <a:gd name="connsiteX144" fmla="*/ 735919 w 10793456"/>
              <a:gd name="connsiteY144" fmla="*/ 0 h 5743574"/>
              <a:gd name="connsiteX145" fmla="*/ 1471418 w 10793456"/>
              <a:gd name="connsiteY145" fmla="*/ 0 h 5743574"/>
              <a:gd name="connsiteX146" fmla="*/ 1977341 w 10793456"/>
              <a:gd name="connsiteY146" fmla="*/ 0 h 5743574"/>
              <a:gd name="connsiteX147" fmla="*/ 2347298 w 10793456"/>
              <a:gd name="connsiteY147" fmla="*/ 0 h 5743574"/>
              <a:gd name="connsiteX148" fmla="*/ 3307594 w 10793456"/>
              <a:gd name="connsiteY148" fmla="*/ 0 h 5743574"/>
              <a:gd name="connsiteX149" fmla="*/ 3448758 w 10793456"/>
              <a:gd name="connsiteY149" fmla="*/ 141165 h 5743574"/>
              <a:gd name="connsiteX150" fmla="*/ 3448758 w 10793456"/>
              <a:gd name="connsiteY150" fmla="*/ 1627310 h 5743574"/>
              <a:gd name="connsiteX151" fmla="*/ 3307594 w 10793456"/>
              <a:gd name="connsiteY151" fmla="*/ 1768474 h 5743574"/>
              <a:gd name="connsiteX152" fmla="*/ 2347298 w 10793456"/>
              <a:gd name="connsiteY152" fmla="*/ 1768474 h 5743574"/>
              <a:gd name="connsiteX153" fmla="*/ 2347298 w 10793456"/>
              <a:gd name="connsiteY153" fmla="*/ 1768475 h 5743574"/>
              <a:gd name="connsiteX154" fmla="*/ 735919 w 10793456"/>
              <a:gd name="connsiteY154" fmla="*/ 1768475 h 5743574"/>
              <a:gd name="connsiteX155" fmla="*/ 735919 w 10793456"/>
              <a:gd name="connsiteY155" fmla="*/ 1768474 h 5743574"/>
              <a:gd name="connsiteX156" fmla="*/ 141166 w 10793456"/>
              <a:gd name="connsiteY156" fmla="*/ 1768474 h 5743574"/>
              <a:gd name="connsiteX157" fmla="*/ 1 w 10793456"/>
              <a:gd name="connsiteY157" fmla="*/ 1627310 h 5743574"/>
              <a:gd name="connsiteX158" fmla="*/ 1 w 10793456"/>
              <a:gd name="connsiteY158" fmla="*/ 141165 h 5743574"/>
              <a:gd name="connsiteX159" fmla="*/ 141166 w 10793456"/>
              <a:gd name="connsiteY159" fmla="*/ 0 h 574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0793456" h="5743574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5649689" y="3975099"/>
                </a:moveTo>
                <a:lnTo>
                  <a:pt x="6979941" y="3975099"/>
                </a:lnTo>
                <a:cubicBezTo>
                  <a:pt x="7057904" y="3975099"/>
                  <a:pt x="7121106" y="4038301"/>
                  <a:pt x="7121106" y="4116264"/>
                </a:cubicBezTo>
                <a:lnTo>
                  <a:pt x="7121106" y="5602409"/>
                </a:lnTo>
                <a:cubicBezTo>
                  <a:pt x="7121106" y="5680372"/>
                  <a:pt x="7057904" y="5743574"/>
                  <a:pt x="6979941" y="5743574"/>
                </a:cubicBez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9322039" y="1987549"/>
                </a:moveTo>
                <a:lnTo>
                  <a:pt x="10652291" y="1987549"/>
                </a:lnTo>
                <a:cubicBezTo>
                  <a:pt x="10730254" y="1987549"/>
                  <a:pt x="10793456" y="2050751"/>
                  <a:pt x="10793456" y="2128714"/>
                </a:cubicBezTo>
                <a:lnTo>
                  <a:pt x="10793456" y="3614859"/>
                </a:lnTo>
                <a:cubicBezTo>
                  <a:pt x="10793456" y="3692822"/>
                  <a:pt x="10730254" y="3756024"/>
                  <a:pt x="10652291" y="3756024"/>
                </a:cubicBezTo>
                <a:lnTo>
                  <a:pt x="9322039" y="3756024"/>
                </a:lnTo>
                <a:cubicBezTo>
                  <a:pt x="9244076" y="3756024"/>
                  <a:pt x="9180874" y="3692822"/>
                  <a:pt x="9180874" y="3614859"/>
                </a:cubicBezTo>
                <a:lnTo>
                  <a:pt x="9180874" y="2128714"/>
                </a:lnTo>
                <a:cubicBezTo>
                  <a:pt x="9180874" y="2050751"/>
                  <a:pt x="9244076" y="1987549"/>
                  <a:pt x="9322039" y="1987549"/>
                </a:cubicBezTo>
                <a:close/>
                <a:moveTo>
                  <a:pt x="7485864" y="1987549"/>
                </a:moveTo>
                <a:lnTo>
                  <a:pt x="8816116" y="1987549"/>
                </a:lnTo>
                <a:cubicBezTo>
                  <a:pt x="8894079" y="1987549"/>
                  <a:pt x="8957281" y="2050751"/>
                  <a:pt x="8957281" y="2128714"/>
                </a:cubicBezTo>
                <a:lnTo>
                  <a:pt x="8957281" y="3614859"/>
                </a:lnTo>
                <a:lnTo>
                  <a:pt x="8957103" y="3615741"/>
                </a:lnTo>
                <a:lnTo>
                  <a:pt x="8957103" y="4115382"/>
                </a:lnTo>
                <a:lnTo>
                  <a:pt x="8957281" y="4116264"/>
                </a:ln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485864" y="5743574"/>
                </a:lnTo>
                <a:cubicBezTo>
                  <a:pt x="7407901" y="5743574"/>
                  <a:pt x="7344699" y="5680372"/>
                  <a:pt x="7344699" y="5602409"/>
                </a:cubicBezTo>
                <a:lnTo>
                  <a:pt x="7344699" y="4116264"/>
                </a:lnTo>
                <a:lnTo>
                  <a:pt x="7345724" y="4111187"/>
                </a:lnTo>
                <a:lnTo>
                  <a:pt x="7345724" y="3619936"/>
                </a:lnTo>
                <a:lnTo>
                  <a:pt x="7344699" y="3614859"/>
                </a:lnTo>
                <a:lnTo>
                  <a:pt x="7344699" y="2128714"/>
                </a:lnTo>
                <a:cubicBezTo>
                  <a:pt x="7344699" y="2050751"/>
                  <a:pt x="7407901" y="1987549"/>
                  <a:pt x="7485864" y="1987549"/>
                </a:cubicBez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9322039" y="0"/>
                </a:moveTo>
                <a:lnTo>
                  <a:pt x="10652291" y="0"/>
                </a:lnTo>
                <a:cubicBezTo>
                  <a:pt x="10730254" y="0"/>
                  <a:pt x="10793456" y="63202"/>
                  <a:pt x="10793456" y="141165"/>
                </a:cubicBezTo>
                <a:lnTo>
                  <a:pt x="10793456" y="1627310"/>
                </a:lnTo>
                <a:cubicBezTo>
                  <a:pt x="10793456" y="1705273"/>
                  <a:pt x="10730254" y="1768474"/>
                  <a:pt x="10652291" y="1768474"/>
                </a:cubicBezTo>
                <a:lnTo>
                  <a:pt x="9322039" y="1768474"/>
                </a:lnTo>
                <a:cubicBezTo>
                  <a:pt x="9244076" y="1768474"/>
                  <a:pt x="9180874" y="1705273"/>
                  <a:pt x="9180874" y="1627310"/>
                </a:cubicBezTo>
                <a:lnTo>
                  <a:pt x="9180874" y="141165"/>
                </a:lnTo>
                <a:cubicBezTo>
                  <a:pt x="9180874" y="63202"/>
                  <a:pt x="9244076" y="0"/>
                  <a:pt x="9322039" y="0"/>
                </a:cubicBezTo>
                <a:close/>
                <a:moveTo>
                  <a:pt x="7485864" y="0"/>
                </a:moveTo>
                <a:lnTo>
                  <a:pt x="8816116" y="0"/>
                </a:lnTo>
                <a:cubicBezTo>
                  <a:pt x="8894079" y="0"/>
                  <a:pt x="8957281" y="63202"/>
                  <a:pt x="8957281" y="141165"/>
                </a:cubicBezTo>
                <a:lnTo>
                  <a:pt x="8957281" y="1627310"/>
                </a:lnTo>
                <a:cubicBezTo>
                  <a:pt x="8957281" y="1705273"/>
                  <a:pt x="8894079" y="1768474"/>
                  <a:pt x="8816116" y="1768474"/>
                </a:cubicBezTo>
                <a:lnTo>
                  <a:pt x="7485864" y="1768474"/>
                </a:lnTo>
                <a:cubicBezTo>
                  <a:pt x="7407901" y="1768474"/>
                  <a:pt x="7344699" y="1705273"/>
                  <a:pt x="7344699" y="1627310"/>
                </a:cubicBezTo>
                <a:lnTo>
                  <a:pt x="7344699" y="141165"/>
                </a:lnTo>
                <a:cubicBezTo>
                  <a:pt x="7344699" y="63202"/>
                  <a:pt x="7407901" y="0"/>
                  <a:pt x="7485864" y="0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41166" y="0"/>
                </a:moveTo>
                <a:lnTo>
                  <a:pt x="735919" y="0"/>
                </a:lnTo>
                <a:lnTo>
                  <a:pt x="1471418" y="0"/>
                </a:lnTo>
                <a:lnTo>
                  <a:pt x="1977341" y="0"/>
                </a:lnTo>
                <a:lnTo>
                  <a:pt x="2347298" y="0"/>
                </a:ln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1627310"/>
                </a:lnTo>
                <a:cubicBezTo>
                  <a:pt x="3448758" y="1705273"/>
                  <a:pt x="3385557" y="1768474"/>
                  <a:pt x="3307594" y="1768474"/>
                </a:cubicBezTo>
                <a:lnTo>
                  <a:pt x="2347298" y="1768474"/>
                </a:lnTo>
                <a:lnTo>
                  <a:pt x="2347298" y="1768475"/>
                </a:lnTo>
                <a:lnTo>
                  <a:pt x="735919" y="1768475"/>
                </a:lnTo>
                <a:lnTo>
                  <a:pt x="735919" y="1768474"/>
                </a:ln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9E4A316-DA63-5E50-8366-330DC7B5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wrap="square" rIns="0" anchor="b" anchorCtr="0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5513" y="2352674"/>
            <a:ext cx="3455987" cy="3767137"/>
          </a:xfrm>
          <a:prstGeom prst="roundRect">
            <a:avLst>
              <a:gd name="adj" fmla="val 3929"/>
            </a:avLst>
          </a:prstGeom>
          <a:solidFill>
            <a:schemeClr val="tx2"/>
          </a:solidFill>
        </p:spPr>
        <p:txBody>
          <a:bodyPr wrap="square" lIns="288000" tIns="360000" rIns="288000" bIns="288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lassholder for tekst 7">
            <a:extLst>
              <a:ext uri="{FF2B5EF4-FFF2-40B4-BE49-F238E27FC236}">
                <a16:creationId xmlns:a16="http://schemas.microsoft.com/office/drawing/2014/main" id="{C3A7CFE8-866B-85E7-CF48-7DBD24FF7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2B2962-B12B-80C3-3FE8-88E23A2A5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5" name="Bilde 7">
              <a:extLst>
                <a:ext uri="{FF2B5EF4-FFF2-40B4-BE49-F238E27FC236}">
                  <a16:creationId xmlns:a16="http://schemas.microsoft.com/office/drawing/2014/main" id="{CAC7FFDD-5A67-835F-A370-B8FBB5B6D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7" name="Avrundet rektangel 8">
              <a:extLst>
                <a:ext uri="{FF2B5EF4-FFF2-40B4-BE49-F238E27FC236}">
                  <a16:creationId xmlns:a16="http://schemas.microsoft.com/office/drawing/2014/main" id="{81097D66-C418-194D-A4E1-D2D5DD1C2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8" name="Colours">
            <a:extLst>
              <a:ext uri="{FF2B5EF4-FFF2-40B4-BE49-F238E27FC236}">
                <a16:creationId xmlns:a16="http://schemas.microsoft.com/office/drawing/2014/main" id="{A2F081AB-8D1F-5FC7-4636-DE41F7FE8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3" name="Avrundet rektangel 35">
              <a:extLst>
                <a:ext uri="{FF2B5EF4-FFF2-40B4-BE49-F238E27FC236}">
                  <a16:creationId xmlns:a16="http://schemas.microsoft.com/office/drawing/2014/main" id="{6005A03B-B468-CE45-FC52-DDCC10753D15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4" name="Avrundet rektangel 34">
              <a:extLst>
                <a:ext uri="{FF2B5EF4-FFF2-40B4-BE49-F238E27FC236}">
                  <a16:creationId xmlns:a16="http://schemas.microsoft.com/office/drawing/2014/main" id="{C7F27378-F2BC-84C8-54F5-B310312D4E31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Ellipse 32">
              <a:extLst>
                <a:ext uri="{FF2B5EF4-FFF2-40B4-BE49-F238E27FC236}">
                  <a16:creationId xmlns:a16="http://schemas.microsoft.com/office/drawing/2014/main" id="{98A58826-6662-F953-95EB-33A8F8F0EF42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6" name="Gruppe 73">
              <a:extLst>
                <a:ext uri="{FF2B5EF4-FFF2-40B4-BE49-F238E27FC236}">
                  <a16:creationId xmlns:a16="http://schemas.microsoft.com/office/drawing/2014/main" id="{3A6AAA81-8CBD-79D9-F3DA-31FFC33BB691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8" name="Ellipse 25">
                <a:extLst>
                  <a:ext uri="{FF2B5EF4-FFF2-40B4-BE49-F238E27FC236}">
                    <a16:creationId xmlns:a16="http://schemas.microsoft.com/office/drawing/2014/main" id="{01B5ACC8-7749-B126-4E64-97EBEF257DEE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Ellipse 26">
                <a:extLst>
                  <a:ext uri="{FF2B5EF4-FFF2-40B4-BE49-F238E27FC236}">
                    <a16:creationId xmlns:a16="http://schemas.microsoft.com/office/drawing/2014/main" id="{524BD773-DF9D-7A95-7BC5-E1C48655D004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7">
                <a:extLst>
                  <a:ext uri="{FF2B5EF4-FFF2-40B4-BE49-F238E27FC236}">
                    <a16:creationId xmlns:a16="http://schemas.microsoft.com/office/drawing/2014/main" id="{AE5A1D95-8671-1383-8A8E-DBDBE05495A2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8">
                <a:extLst>
                  <a:ext uri="{FF2B5EF4-FFF2-40B4-BE49-F238E27FC236}">
                    <a16:creationId xmlns:a16="http://schemas.microsoft.com/office/drawing/2014/main" id="{4CCE0197-BDF4-2AC5-4B27-1A657CE26B7C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9">
                <a:extLst>
                  <a:ext uri="{FF2B5EF4-FFF2-40B4-BE49-F238E27FC236}">
                    <a16:creationId xmlns:a16="http://schemas.microsoft.com/office/drawing/2014/main" id="{CBC93AC8-0807-F8D2-1AD2-7B3EC90550FB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33">
                <a:extLst>
                  <a:ext uri="{FF2B5EF4-FFF2-40B4-BE49-F238E27FC236}">
                    <a16:creationId xmlns:a16="http://schemas.microsoft.com/office/drawing/2014/main" id="{22DD9C2A-6E4D-439E-2857-F8C32084DE73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7" name="Ellipse 72">
              <a:extLst>
                <a:ext uri="{FF2B5EF4-FFF2-40B4-BE49-F238E27FC236}">
                  <a16:creationId xmlns:a16="http://schemas.microsoft.com/office/drawing/2014/main" id="{FDA25A1D-F09D-659B-352A-F4D7B8F4C766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4" name="Colours">
            <a:extLst>
              <a:ext uri="{FF2B5EF4-FFF2-40B4-BE49-F238E27FC236}">
                <a16:creationId xmlns:a16="http://schemas.microsoft.com/office/drawing/2014/main" id="{0FFE69EB-3D9A-B0B9-EFB7-02B8F475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5" name="Avrundet rektangel 35">
              <a:extLst>
                <a:ext uri="{FF2B5EF4-FFF2-40B4-BE49-F238E27FC236}">
                  <a16:creationId xmlns:a16="http://schemas.microsoft.com/office/drawing/2014/main" id="{691F115C-FEB0-CB7C-D91C-46E3FBDB94AB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6" name="Avrundet rektangel 34">
              <a:extLst>
                <a:ext uri="{FF2B5EF4-FFF2-40B4-BE49-F238E27FC236}">
                  <a16:creationId xmlns:a16="http://schemas.microsoft.com/office/drawing/2014/main" id="{8D4916F9-44E6-539D-022E-B036B3003FBB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32">
              <a:extLst>
                <a:ext uri="{FF2B5EF4-FFF2-40B4-BE49-F238E27FC236}">
                  <a16:creationId xmlns:a16="http://schemas.microsoft.com/office/drawing/2014/main" id="{F05881CA-887C-5271-951B-A4D552E80022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3">
              <a:extLst>
                <a:ext uri="{FF2B5EF4-FFF2-40B4-BE49-F238E27FC236}">
                  <a16:creationId xmlns:a16="http://schemas.microsoft.com/office/drawing/2014/main" id="{E4DD241C-DDAC-292D-2927-5136EA9D75C3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4983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E9CAF0-A746-4DFA-38CF-9A975E1B9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7470" y="368300"/>
            <a:ext cx="3456000" cy="3769200"/>
          </a:xfrm>
          <a:prstGeom prst="roundRect">
            <a:avLst>
              <a:gd name="adj" fmla="val 37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5CA2CFE-C0C7-205F-8DF2-C033D89C3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5"/>
          </a:xfrm>
          <a:custGeom>
            <a:avLst/>
            <a:gdLst>
              <a:gd name="connsiteX0" fmla="*/ 9322039 w 10793456"/>
              <a:gd name="connsiteY0" fmla="*/ 3975099 h 5743575"/>
              <a:gd name="connsiteX1" fmla="*/ 10652291 w 10793456"/>
              <a:gd name="connsiteY1" fmla="*/ 3975099 h 5743575"/>
              <a:gd name="connsiteX2" fmla="*/ 10793456 w 10793456"/>
              <a:gd name="connsiteY2" fmla="*/ 4116264 h 5743575"/>
              <a:gd name="connsiteX3" fmla="*/ 10793456 w 10793456"/>
              <a:gd name="connsiteY3" fmla="*/ 5602409 h 5743575"/>
              <a:gd name="connsiteX4" fmla="*/ 10652291 w 10793456"/>
              <a:gd name="connsiteY4" fmla="*/ 5743574 h 5743575"/>
              <a:gd name="connsiteX5" fmla="*/ 9322039 w 10793456"/>
              <a:gd name="connsiteY5" fmla="*/ 5743574 h 5743575"/>
              <a:gd name="connsiteX6" fmla="*/ 9180874 w 10793456"/>
              <a:gd name="connsiteY6" fmla="*/ 5602409 h 5743575"/>
              <a:gd name="connsiteX7" fmla="*/ 9180874 w 10793456"/>
              <a:gd name="connsiteY7" fmla="*/ 4116264 h 5743575"/>
              <a:gd name="connsiteX8" fmla="*/ 9322039 w 10793456"/>
              <a:gd name="connsiteY8" fmla="*/ 3975099 h 5743575"/>
              <a:gd name="connsiteX9" fmla="*/ 3813514 w 10793456"/>
              <a:gd name="connsiteY9" fmla="*/ 3975099 h 5743575"/>
              <a:gd name="connsiteX10" fmla="*/ 5143766 w 10793456"/>
              <a:gd name="connsiteY10" fmla="*/ 3975099 h 5743575"/>
              <a:gd name="connsiteX11" fmla="*/ 5284931 w 10793456"/>
              <a:gd name="connsiteY11" fmla="*/ 4116264 h 5743575"/>
              <a:gd name="connsiteX12" fmla="*/ 5284931 w 10793456"/>
              <a:gd name="connsiteY12" fmla="*/ 5602409 h 5743575"/>
              <a:gd name="connsiteX13" fmla="*/ 5143766 w 10793456"/>
              <a:gd name="connsiteY13" fmla="*/ 5743574 h 5743575"/>
              <a:gd name="connsiteX14" fmla="*/ 3813514 w 10793456"/>
              <a:gd name="connsiteY14" fmla="*/ 5743574 h 5743575"/>
              <a:gd name="connsiteX15" fmla="*/ 3672350 w 10793456"/>
              <a:gd name="connsiteY15" fmla="*/ 5602409 h 5743575"/>
              <a:gd name="connsiteX16" fmla="*/ 3672350 w 10793456"/>
              <a:gd name="connsiteY16" fmla="*/ 4116264 h 5743575"/>
              <a:gd name="connsiteX17" fmla="*/ 3813514 w 10793456"/>
              <a:gd name="connsiteY17" fmla="*/ 3975099 h 5743575"/>
              <a:gd name="connsiteX18" fmla="*/ 1977339 w 10793456"/>
              <a:gd name="connsiteY18" fmla="*/ 3975099 h 5743575"/>
              <a:gd name="connsiteX19" fmla="*/ 3307591 w 10793456"/>
              <a:gd name="connsiteY19" fmla="*/ 3975099 h 5743575"/>
              <a:gd name="connsiteX20" fmla="*/ 3448756 w 10793456"/>
              <a:gd name="connsiteY20" fmla="*/ 4116264 h 5743575"/>
              <a:gd name="connsiteX21" fmla="*/ 3448756 w 10793456"/>
              <a:gd name="connsiteY21" fmla="*/ 5602409 h 5743575"/>
              <a:gd name="connsiteX22" fmla="*/ 3307591 w 10793456"/>
              <a:gd name="connsiteY22" fmla="*/ 5743574 h 5743575"/>
              <a:gd name="connsiteX23" fmla="*/ 1977339 w 10793456"/>
              <a:gd name="connsiteY23" fmla="*/ 5743574 h 5743575"/>
              <a:gd name="connsiteX24" fmla="*/ 1836174 w 10793456"/>
              <a:gd name="connsiteY24" fmla="*/ 5602409 h 5743575"/>
              <a:gd name="connsiteX25" fmla="*/ 1836174 w 10793456"/>
              <a:gd name="connsiteY25" fmla="*/ 4116264 h 5743575"/>
              <a:gd name="connsiteX26" fmla="*/ 1977339 w 10793456"/>
              <a:gd name="connsiteY26" fmla="*/ 3975099 h 5743575"/>
              <a:gd name="connsiteX27" fmla="*/ 141167 w 10793456"/>
              <a:gd name="connsiteY27" fmla="*/ 3975099 h 5743575"/>
              <a:gd name="connsiteX28" fmla="*/ 1471419 w 10793456"/>
              <a:gd name="connsiteY28" fmla="*/ 3975099 h 5743575"/>
              <a:gd name="connsiteX29" fmla="*/ 1612583 w 10793456"/>
              <a:gd name="connsiteY29" fmla="*/ 4116264 h 5743575"/>
              <a:gd name="connsiteX30" fmla="*/ 1612583 w 10793456"/>
              <a:gd name="connsiteY30" fmla="*/ 5602409 h 5743575"/>
              <a:gd name="connsiteX31" fmla="*/ 1471419 w 10793456"/>
              <a:gd name="connsiteY31" fmla="*/ 5743574 h 5743575"/>
              <a:gd name="connsiteX32" fmla="*/ 141167 w 10793456"/>
              <a:gd name="connsiteY32" fmla="*/ 5743574 h 5743575"/>
              <a:gd name="connsiteX33" fmla="*/ 2 w 10793456"/>
              <a:gd name="connsiteY33" fmla="*/ 5602409 h 5743575"/>
              <a:gd name="connsiteX34" fmla="*/ 2 w 10793456"/>
              <a:gd name="connsiteY34" fmla="*/ 4116264 h 5743575"/>
              <a:gd name="connsiteX35" fmla="*/ 141167 w 10793456"/>
              <a:gd name="connsiteY35" fmla="*/ 3975099 h 5743575"/>
              <a:gd name="connsiteX36" fmla="*/ 6790893 w 10793456"/>
              <a:gd name="connsiteY36" fmla="*/ 3971925 h 5743575"/>
              <a:gd name="connsiteX37" fmla="*/ 7769587 w 10793456"/>
              <a:gd name="connsiteY37" fmla="*/ 3971925 h 5743575"/>
              <a:gd name="connsiteX38" fmla="*/ 7769587 w 10793456"/>
              <a:gd name="connsiteY38" fmla="*/ 3975099 h 5743575"/>
              <a:gd name="connsiteX39" fmla="*/ 8816116 w 10793456"/>
              <a:gd name="connsiteY39" fmla="*/ 3975099 h 5743575"/>
              <a:gd name="connsiteX40" fmla="*/ 8957281 w 10793456"/>
              <a:gd name="connsiteY40" fmla="*/ 4116264 h 5743575"/>
              <a:gd name="connsiteX41" fmla="*/ 8957281 w 10793456"/>
              <a:gd name="connsiteY41" fmla="*/ 5602409 h 5743575"/>
              <a:gd name="connsiteX42" fmla="*/ 8816116 w 10793456"/>
              <a:gd name="connsiteY42" fmla="*/ 5743574 h 5743575"/>
              <a:gd name="connsiteX43" fmla="*/ 7769587 w 10793456"/>
              <a:gd name="connsiteY43" fmla="*/ 5743574 h 5743575"/>
              <a:gd name="connsiteX44" fmla="*/ 7769587 w 10793456"/>
              <a:gd name="connsiteY44" fmla="*/ 5743575 h 5743575"/>
              <a:gd name="connsiteX45" fmla="*/ 6790893 w 10793456"/>
              <a:gd name="connsiteY45" fmla="*/ 5743575 h 5743575"/>
              <a:gd name="connsiteX46" fmla="*/ 6790893 w 10793456"/>
              <a:gd name="connsiteY46" fmla="*/ 5743574 h 5743575"/>
              <a:gd name="connsiteX47" fmla="*/ 5649689 w 10793456"/>
              <a:gd name="connsiteY47" fmla="*/ 5743574 h 5743575"/>
              <a:gd name="connsiteX48" fmla="*/ 5508524 w 10793456"/>
              <a:gd name="connsiteY48" fmla="*/ 5602409 h 5743575"/>
              <a:gd name="connsiteX49" fmla="*/ 5508524 w 10793456"/>
              <a:gd name="connsiteY49" fmla="*/ 4116264 h 5743575"/>
              <a:gd name="connsiteX50" fmla="*/ 5649689 w 10793456"/>
              <a:gd name="connsiteY50" fmla="*/ 3975099 h 5743575"/>
              <a:gd name="connsiteX51" fmla="*/ 6790893 w 10793456"/>
              <a:gd name="connsiteY51" fmla="*/ 3975099 h 5743575"/>
              <a:gd name="connsiteX52" fmla="*/ 5649689 w 10793456"/>
              <a:gd name="connsiteY52" fmla="*/ 1987549 h 5743575"/>
              <a:gd name="connsiteX53" fmla="*/ 6979941 w 10793456"/>
              <a:gd name="connsiteY53" fmla="*/ 1987549 h 5743575"/>
              <a:gd name="connsiteX54" fmla="*/ 7121106 w 10793456"/>
              <a:gd name="connsiteY54" fmla="*/ 2128714 h 5743575"/>
              <a:gd name="connsiteX55" fmla="*/ 7121106 w 10793456"/>
              <a:gd name="connsiteY55" fmla="*/ 3614859 h 5743575"/>
              <a:gd name="connsiteX56" fmla="*/ 6979941 w 10793456"/>
              <a:gd name="connsiteY56" fmla="*/ 3756024 h 5743575"/>
              <a:gd name="connsiteX57" fmla="*/ 5649689 w 10793456"/>
              <a:gd name="connsiteY57" fmla="*/ 3756024 h 5743575"/>
              <a:gd name="connsiteX58" fmla="*/ 5508524 w 10793456"/>
              <a:gd name="connsiteY58" fmla="*/ 3614859 h 5743575"/>
              <a:gd name="connsiteX59" fmla="*/ 5508524 w 10793456"/>
              <a:gd name="connsiteY59" fmla="*/ 2128714 h 5743575"/>
              <a:gd name="connsiteX60" fmla="*/ 5649689 w 10793456"/>
              <a:gd name="connsiteY60" fmla="*/ 1987549 h 5743575"/>
              <a:gd name="connsiteX61" fmla="*/ 3813515 w 10793456"/>
              <a:gd name="connsiteY61" fmla="*/ 1987549 h 5743575"/>
              <a:gd name="connsiteX62" fmla="*/ 5143766 w 10793456"/>
              <a:gd name="connsiteY62" fmla="*/ 1987549 h 5743575"/>
              <a:gd name="connsiteX63" fmla="*/ 5284931 w 10793456"/>
              <a:gd name="connsiteY63" fmla="*/ 2128714 h 5743575"/>
              <a:gd name="connsiteX64" fmla="*/ 5284931 w 10793456"/>
              <a:gd name="connsiteY64" fmla="*/ 3614859 h 5743575"/>
              <a:gd name="connsiteX65" fmla="*/ 5143766 w 10793456"/>
              <a:gd name="connsiteY65" fmla="*/ 3756024 h 5743575"/>
              <a:gd name="connsiteX66" fmla="*/ 3813515 w 10793456"/>
              <a:gd name="connsiteY66" fmla="*/ 3756024 h 5743575"/>
              <a:gd name="connsiteX67" fmla="*/ 3672350 w 10793456"/>
              <a:gd name="connsiteY67" fmla="*/ 3614859 h 5743575"/>
              <a:gd name="connsiteX68" fmla="*/ 3672350 w 10793456"/>
              <a:gd name="connsiteY68" fmla="*/ 2128714 h 5743575"/>
              <a:gd name="connsiteX69" fmla="*/ 3813515 w 10793456"/>
              <a:gd name="connsiteY69" fmla="*/ 1987549 h 5743575"/>
              <a:gd name="connsiteX70" fmla="*/ 141165 w 10793456"/>
              <a:gd name="connsiteY70" fmla="*/ 1987549 h 5743575"/>
              <a:gd name="connsiteX71" fmla="*/ 1471417 w 10793456"/>
              <a:gd name="connsiteY71" fmla="*/ 1987549 h 5743575"/>
              <a:gd name="connsiteX72" fmla="*/ 1612582 w 10793456"/>
              <a:gd name="connsiteY72" fmla="*/ 2128714 h 5743575"/>
              <a:gd name="connsiteX73" fmla="*/ 1612582 w 10793456"/>
              <a:gd name="connsiteY73" fmla="*/ 3614859 h 5743575"/>
              <a:gd name="connsiteX74" fmla="*/ 1471417 w 10793456"/>
              <a:gd name="connsiteY74" fmla="*/ 3756024 h 5743575"/>
              <a:gd name="connsiteX75" fmla="*/ 141165 w 10793456"/>
              <a:gd name="connsiteY75" fmla="*/ 3756024 h 5743575"/>
              <a:gd name="connsiteX76" fmla="*/ 0 w 10793456"/>
              <a:gd name="connsiteY76" fmla="*/ 3614859 h 5743575"/>
              <a:gd name="connsiteX77" fmla="*/ 0 w 10793456"/>
              <a:gd name="connsiteY77" fmla="*/ 2128714 h 5743575"/>
              <a:gd name="connsiteX78" fmla="*/ 141165 w 10793456"/>
              <a:gd name="connsiteY78" fmla="*/ 1987549 h 5743575"/>
              <a:gd name="connsiteX79" fmla="*/ 5649689 w 10793456"/>
              <a:gd name="connsiteY79" fmla="*/ 0 h 5743575"/>
              <a:gd name="connsiteX80" fmla="*/ 6979941 w 10793456"/>
              <a:gd name="connsiteY80" fmla="*/ 0 h 5743575"/>
              <a:gd name="connsiteX81" fmla="*/ 7121106 w 10793456"/>
              <a:gd name="connsiteY81" fmla="*/ 141165 h 5743575"/>
              <a:gd name="connsiteX82" fmla="*/ 7121106 w 10793456"/>
              <a:gd name="connsiteY82" fmla="*/ 1627310 h 5743575"/>
              <a:gd name="connsiteX83" fmla="*/ 6979941 w 10793456"/>
              <a:gd name="connsiteY83" fmla="*/ 1768474 h 5743575"/>
              <a:gd name="connsiteX84" fmla="*/ 5649689 w 10793456"/>
              <a:gd name="connsiteY84" fmla="*/ 1768474 h 5743575"/>
              <a:gd name="connsiteX85" fmla="*/ 5508524 w 10793456"/>
              <a:gd name="connsiteY85" fmla="*/ 1627310 h 5743575"/>
              <a:gd name="connsiteX86" fmla="*/ 5508524 w 10793456"/>
              <a:gd name="connsiteY86" fmla="*/ 141165 h 5743575"/>
              <a:gd name="connsiteX87" fmla="*/ 5649689 w 10793456"/>
              <a:gd name="connsiteY87" fmla="*/ 0 h 5743575"/>
              <a:gd name="connsiteX88" fmla="*/ 3813517 w 10793456"/>
              <a:gd name="connsiteY88" fmla="*/ 0 h 5743575"/>
              <a:gd name="connsiteX89" fmla="*/ 5143766 w 10793456"/>
              <a:gd name="connsiteY89" fmla="*/ 0 h 5743575"/>
              <a:gd name="connsiteX90" fmla="*/ 5284931 w 10793456"/>
              <a:gd name="connsiteY90" fmla="*/ 141165 h 5743575"/>
              <a:gd name="connsiteX91" fmla="*/ 5284931 w 10793456"/>
              <a:gd name="connsiteY91" fmla="*/ 1627310 h 5743575"/>
              <a:gd name="connsiteX92" fmla="*/ 5143766 w 10793456"/>
              <a:gd name="connsiteY92" fmla="*/ 1768474 h 5743575"/>
              <a:gd name="connsiteX93" fmla="*/ 3813517 w 10793456"/>
              <a:gd name="connsiteY93" fmla="*/ 1768474 h 5743575"/>
              <a:gd name="connsiteX94" fmla="*/ 3672352 w 10793456"/>
              <a:gd name="connsiteY94" fmla="*/ 1627310 h 5743575"/>
              <a:gd name="connsiteX95" fmla="*/ 3672352 w 10793456"/>
              <a:gd name="connsiteY95" fmla="*/ 141165 h 5743575"/>
              <a:gd name="connsiteX96" fmla="*/ 3813517 w 10793456"/>
              <a:gd name="connsiteY96" fmla="*/ 0 h 5743575"/>
              <a:gd name="connsiteX97" fmla="*/ 1977341 w 10793456"/>
              <a:gd name="connsiteY97" fmla="*/ 0 h 5743575"/>
              <a:gd name="connsiteX98" fmla="*/ 3307594 w 10793456"/>
              <a:gd name="connsiteY98" fmla="*/ 0 h 5743575"/>
              <a:gd name="connsiteX99" fmla="*/ 3448758 w 10793456"/>
              <a:gd name="connsiteY99" fmla="*/ 141165 h 5743575"/>
              <a:gd name="connsiteX100" fmla="*/ 3448758 w 10793456"/>
              <a:gd name="connsiteY100" fmla="*/ 846138 h 5743575"/>
              <a:gd name="connsiteX101" fmla="*/ 3456349 w 10793456"/>
              <a:gd name="connsiteY101" fmla="*/ 846138 h 5743575"/>
              <a:gd name="connsiteX102" fmla="*/ 3456349 w 10793456"/>
              <a:gd name="connsiteY102" fmla="*/ 2871787 h 5743575"/>
              <a:gd name="connsiteX103" fmla="*/ 3448757 w 10793456"/>
              <a:gd name="connsiteY103" fmla="*/ 2871787 h 5743575"/>
              <a:gd name="connsiteX104" fmla="*/ 3448757 w 10793456"/>
              <a:gd name="connsiteY104" fmla="*/ 3614859 h 5743575"/>
              <a:gd name="connsiteX105" fmla="*/ 3307592 w 10793456"/>
              <a:gd name="connsiteY105" fmla="*/ 3756024 h 5743575"/>
              <a:gd name="connsiteX106" fmla="*/ 1977340 w 10793456"/>
              <a:gd name="connsiteY106" fmla="*/ 3756024 h 5743575"/>
              <a:gd name="connsiteX107" fmla="*/ 1836175 w 10793456"/>
              <a:gd name="connsiteY107" fmla="*/ 3614859 h 5743575"/>
              <a:gd name="connsiteX108" fmla="*/ 1836175 w 10793456"/>
              <a:gd name="connsiteY108" fmla="*/ 2871787 h 5743575"/>
              <a:gd name="connsiteX109" fmla="*/ 1835512 w 10793456"/>
              <a:gd name="connsiteY109" fmla="*/ 2871787 h 5743575"/>
              <a:gd name="connsiteX110" fmla="*/ 1835512 w 10793456"/>
              <a:gd name="connsiteY110" fmla="*/ 846138 h 5743575"/>
              <a:gd name="connsiteX111" fmla="*/ 1836176 w 10793456"/>
              <a:gd name="connsiteY111" fmla="*/ 846138 h 5743575"/>
              <a:gd name="connsiteX112" fmla="*/ 1836176 w 10793456"/>
              <a:gd name="connsiteY112" fmla="*/ 141165 h 5743575"/>
              <a:gd name="connsiteX113" fmla="*/ 1977341 w 10793456"/>
              <a:gd name="connsiteY113" fmla="*/ 0 h 5743575"/>
              <a:gd name="connsiteX114" fmla="*/ 141166 w 10793456"/>
              <a:gd name="connsiteY114" fmla="*/ 0 h 5743575"/>
              <a:gd name="connsiteX115" fmla="*/ 1471418 w 10793456"/>
              <a:gd name="connsiteY115" fmla="*/ 0 h 5743575"/>
              <a:gd name="connsiteX116" fmla="*/ 1612583 w 10793456"/>
              <a:gd name="connsiteY116" fmla="*/ 141165 h 5743575"/>
              <a:gd name="connsiteX117" fmla="*/ 1612583 w 10793456"/>
              <a:gd name="connsiteY117" fmla="*/ 1627310 h 5743575"/>
              <a:gd name="connsiteX118" fmla="*/ 1471418 w 10793456"/>
              <a:gd name="connsiteY118" fmla="*/ 1768474 h 5743575"/>
              <a:gd name="connsiteX119" fmla="*/ 141166 w 10793456"/>
              <a:gd name="connsiteY119" fmla="*/ 1768474 h 5743575"/>
              <a:gd name="connsiteX120" fmla="*/ 1 w 10793456"/>
              <a:gd name="connsiteY120" fmla="*/ 1627310 h 5743575"/>
              <a:gd name="connsiteX121" fmla="*/ 1 w 10793456"/>
              <a:gd name="connsiteY121" fmla="*/ 141165 h 5743575"/>
              <a:gd name="connsiteX122" fmla="*/ 141166 w 10793456"/>
              <a:gd name="connsiteY122" fmla="*/ 0 h 574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0793456" h="5743575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6790893" y="3971925"/>
                </a:moveTo>
                <a:lnTo>
                  <a:pt x="7769587" y="3971925"/>
                </a:lnTo>
                <a:lnTo>
                  <a:pt x="7769587" y="3975099"/>
                </a:lnTo>
                <a:lnTo>
                  <a:pt x="8816116" y="3975099"/>
                </a:lnTo>
                <a:cubicBezTo>
                  <a:pt x="8894079" y="3975099"/>
                  <a:pt x="8957281" y="4038301"/>
                  <a:pt x="8957281" y="4116264"/>
                </a:cubicBez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769587" y="5743574"/>
                </a:lnTo>
                <a:lnTo>
                  <a:pt x="7769587" y="5743575"/>
                </a:lnTo>
                <a:lnTo>
                  <a:pt x="6790893" y="5743575"/>
                </a:lnTo>
                <a:lnTo>
                  <a:pt x="6790893" y="5743574"/>
                </a:ln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lnTo>
                  <a:pt x="6790893" y="3975099"/>
                </a:ln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977341" y="0"/>
                </a:move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846138"/>
                </a:lnTo>
                <a:lnTo>
                  <a:pt x="3456349" y="846138"/>
                </a:lnTo>
                <a:lnTo>
                  <a:pt x="3456349" y="2871787"/>
                </a:lnTo>
                <a:lnTo>
                  <a:pt x="3448757" y="2871787"/>
                </a:ln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871787"/>
                </a:lnTo>
                <a:lnTo>
                  <a:pt x="1835512" y="2871787"/>
                </a:lnTo>
                <a:lnTo>
                  <a:pt x="1835512" y="846138"/>
                </a:lnTo>
                <a:lnTo>
                  <a:pt x="1836176" y="846138"/>
                </a:lnTo>
                <a:lnTo>
                  <a:pt x="1836176" y="141165"/>
                </a:lnTo>
                <a:cubicBezTo>
                  <a:pt x="1836176" y="63202"/>
                  <a:pt x="1899378" y="0"/>
                  <a:pt x="1977341" y="0"/>
                </a:cubicBezTo>
                <a:close/>
                <a:moveTo>
                  <a:pt x="141166" y="0"/>
                </a:moveTo>
                <a:lnTo>
                  <a:pt x="1471418" y="0"/>
                </a:lnTo>
                <a:cubicBezTo>
                  <a:pt x="1549381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1" y="1768474"/>
                  <a:pt x="1471418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9BB373C-F380-71B6-9652-9481097BC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-360000"/>
            <a:ext cx="5400243" cy="175433"/>
          </a:xfrm>
        </p:spPr>
        <p:txBody>
          <a:bodyPr wrap="square" rIns="0" anchor="b" anchorCtr="0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 for screen reader, to make your presentation UU compatible</a:t>
            </a:r>
            <a:endParaRPr lang="nb-NO" dirty="0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7470" y="368300"/>
            <a:ext cx="3455987" cy="3767137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lassholder for tekst 7">
            <a:extLst>
              <a:ext uri="{FF2B5EF4-FFF2-40B4-BE49-F238E27FC236}">
                <a16:creationId xmlns:a16="http://schemas.microsoft.com/office/drawing/2014/main" id="{E632CC03-B97A-FDE9-C6AF-F459E2450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951C1C-D041-C849-CCDB-06057702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7" name="Bilde 7">
              <a:extLst>
                <a:ext uri="{FF2B5EF4-FFF2-40B4-BE49-F238E27FC236}">
                  <a16:creationId xmlns:a16="http://schemas.microsoft.com/office/drawing/2014/main" id="{E06950EF-3143-20B6-DACC-4C6F3B6F9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8" name="Avrundet rektangel 8">
              <a:extLst>
                <a:ext uri="{FF2B5EF4-FFF2-40B4-BE49-F238E27FC236}">
                  <a16:creationId xmlns:a16="http://schemas.microsoft.com/office/drawing/2014/main" id="{8C8CF8C6-EA9A-5B0A-899C-901928FAB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3" name="Colours">
            <a:extLst>
              <a:ext uri="{FF2B5EF4-FFF2-40B4-BE49-F238E27FC236}">
                <a16:creationId xmlns:a16="http://schemas.microsoft.com/office/drawing/2014/main" id="{2DF1DDC5-1856-F6E7-EAA9-CB780E0DA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4" name="Avrundet rektangel 35">
              <a:extLst>
                <a:ext uri="{FF2B5EF4-FFF2-40B4-BE49-F238E27FC236}">
                  <a16:creationId xmlns:a16="http://schemas.microsoft.com/office/drawing/2014/main" id="{50F058AA-72F0-F293-1457-A90EB894F3B1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Avrundet rektangel 34">
              <a:extLst>
                <a:ext uri="{FF2B5EF4-FFF2-40B4-BE49-F238E27FC236}">
                  <a16:creationId xmlns:a16="http://schemas.microsoft.com/office/drawing/2014/main" id="{D76E1F02-7A09-0D33-038F-CC818FAF96CF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6" name="Ellipse 32">
              <a:extLst>
                <a:ext uri="{FF2B5EF4-FFF2-40B4-BE49-F238E27FC236}">
                  <a16:creationId xmlns:a16="http://schemas.microsoft.com/office/drawing/2014/main" id="{42A322FE-27D2-4392-89E5-9D3B048E64E0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7" name="Gruppe 73">
              <a:extLst>
                <a:ext uri="{FF2B5EF4-FFF2-40B4-BE49-F238E27FC236}">
                  <a16:creationId xmlns:a16="http://schemas.microsoft.com/office/drawing/2014/main" id="{15FD8858-3A4F-E7CD-187B-76A4F157892C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9" name="Ellipse 25">
                <a:extLst>
                  <a:ext uri="{FF2B5EF4-FFF2-40B4-BE49-F238E27FC236}">
                    <a16:creationId xmlns:a16="http://schemas.microsoft.com/office/drawing/2014/main" id="{110C448B-C494-8865-BBB0-0422875CB73D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6">
                <a:extLst>
                  <a:ext uri="{FF2B5EF4-FFF2-40B4-BE49-F238E27FC236}">
                    <a16:creationId xmlns:a16="http://schemas.microsoft.com/office/drawing/2014/main" id="{FCCEB0C0-0599-B492-128B-5AA94B0D6D52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7">
                <a:extLst>
                  <a:ext uri="{FF2B5EF4-FFF2-40B4-BE49-F238E27FC236}">
                    <a16:creationId xmlns:a16="http://schemas.microsoft.com/office/drawing/2014/main" id="{45BC2910-A8ED-E5A6-B87B-B42E8364448F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8">
                <a:extLst>
                  <a:ext uri="{FF2B5EF4-FFF2-40B4-BE49-F238E27FC236}">
                    <a16:creationId xmlns:a16="http://schemas.microsoft.com/office/drawing/2014/main" id="{6A79519F-BD56-8BB0-DF42-5EB9CA4C108F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9">
                <a:extLst>
                  <a:ext uri="{FF2B5EF4-FFF2-40B4-BE49-F238E27FC236}">
                    <a16:creationId xmlns:a16="http://schemas.microsoft.com/office/drawing/2014/main" id="{7793A6C0-1053-86D1-DEEB-3B4D206F6361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33">
                <a:extLst>
                  <a:ext uri="{FF2B5EF4-FFF2-40B4-BE49-F238E27FC236}">
                    <a16:creationId xmlns:a16="http://schemas.microsoft.com/office/drawing/2014/main" id="{274EE744-BE2C-673B-0844-222CE722FAEF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8" name="Ellipse 72">
              <a:extLst>
                <a:ext uri="{FF2B5EF4-FFF2-40B4-BE49-F238E27FC236}">
                  <a16:creationId xmlns:a16="http://schemas.microsoft.com/office/drawing/2014/main" id="{9BEB3140-2B8D-AA60-4B9F-3F1506E79315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5" name="Colours">
            <a:extLst>
              <a:ext uri="{FF2B5EF4-FFF2-40B4-BE49-F238E27FC236}">
                <a16:creationId xmlns:a16="http://schemas.microsoft.com/office/drawing/2014/main" id="{E270B43D-1188-2818-3D11-9F78C9F1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6" name="Avrundet rektangel 35">
              <a:extLst>
                <a:ext uri="{FF2B5EF4-FFF2-40B4-BE49-F238E27FC236}">
                  <a16:creationId xmlns:a16="http://schemas.microsoft.com/office/drawing/2014/main" id="{C11E8B41-E3BC-C3E8-121C-5BB17E479F85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34">
              <a:extLst>
                <a:ext uri="{FF2B5EF4-FFF2-40B4-BE49-F238E27FC236}">
                  <a16:creationId xmlns:a16="http://schemas.microsoft.com/office/drawing/2014/main" id="{3EEF5E2A-4CD3-8DC6-739F-AC0FD6E8A299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2">
              <a:extLst>
                <a:ext uri="{FF2B5EF4-FFF2-40B4-BE49-F238E27FC236}">
                  <a16:creationId xmlns:a16="http://schemas.microsoft.com/office/drawing/2014/main" id="{5E7CBEAC-47B8-7438-A8EA-CEF270BF5A65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9" name="Ellipse 33">
              <a:extLst>
                <a:ext uri="{FF2B5EF4-FFF2-40B4-BE49-F238E27FC236}">
                  <a16:creationId xmlns:a16="http://schemas.microsoft.com/office/drawing/2014/main" id="{994982EE-E06D-31F5-CEEC-37752D270D18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785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E9CAF0-A746-4DFA-38CF-9A975E1B9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7470" y="368300"/>
            <a:ext cx="3456000" cy="3769200"/>
          </a:xfrm>
          <a:prstGeom prst="roundRect">
            <a:avLst>
              <a:gd name="adj" fmla="val 37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/>
            <a:endParaRPr lang="nb-NO" sz="1200">
              <a:solidFill>
                <a:schemeClr val="bg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A0A7B6-1F7E-A65C-EB81-A449D77AC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60001" y="368300"/>
            <a:ext cx="10793456" cy="5743574"/>
          </a:xfrm>
          <a:custGeom>
            <a:avLst/>
            <a:gdLst>
              <a:gd name="connsiteX0" fmla="*/ 9322039 w 10793456"/>
              <a:gd name="connsiteY0" fmla="*/ 3975099 h 5743574"/>
              <a:gd name="connsiteX1" fmla="*/ 10652291 w 10793456"/>
              <a:gd name="connsiteY1" fmla="*/ 3975099 h 5743574"/>
              <a:gd name="connsiteX2" fmla="*/ 10793456 w 10793456"/>
              <a:gd name="connsiteY2" fmla="*/ 4116264 h 5743574"/>
              <a:gd name="connsiteX3" fmla="*/ 10793456 w 10793456"/>
              <a:gd name="connsiteY3" fmla="*/ 5602409 h 5743574"/>
              <a:gd name="connsiteX4" fmla="*/ 10652291 w 10793456"/>
              <a:gd name="connsiteY4" fmla="*/ 5743574 h 5743574"/>
              <a:gd name="connsiteX5" fmla="*/ 9322039 w 10793456"/>
              <a:gd name="connsiteY5" fmla="*/ 5743574 h 5743574"/>
              <a:gd name="connsiteX6" fmla="*/ 9180874 w 10793456"/>
              <a:gd name="connsiteY6" fmla="*/ 5602409 h 5743574"/>
              <a:gd name="connsiteX7" fmla="*/ 9180874 w 10793456"/>
              <a:gd name="connsiteY7" fmla="*/ 4116264 h 5743574"/>
              <a:gd name="connsiteX8" fmla="*/ 9322039 w 10793456"/>
              <a:gd name="connsiteY8" fmla="*/ 3975099 h 5743574"/>
              <a:gd name="connsiteX9" fmla="*/ 7485864 w 10793456"/>
              <a:gd name="connsiteY9" fmla="*/ 3975099 h 5743574"/>
              <a:gd name="connsiteX10" fmla="*/ 8816116 w 10793456"/>
              <a:gd name="connsiteY10" fmla="*/ 3975099 h 5743574"/>
              <a:gd name="connsiteX11" fmla="*/ 8957281 w 10793456"/>
              <a:gd name="connsiteY11" fmla="*/ 4116264 h 5743574"/>
              <a:gd name="connsiteX12" fmla="*/ 8957281 w 10793456"/>
              <a:gd name="connsiteY12" fmla="*/ 5602409 h 5743574"/>
              <a:gd name="connsiteX13" fmla="*/ 8816116 w 10793456"/>
              <a:gd name="connsiteY13" fmla="*/ 5743574 h 5743574"/>
              <a:gd name="connsiteX14" fmla="*/ 7485864 w 10793456"/>
              <a:gd name="connsiteY14" fmla="*/ 5743574 h 5743574"/>
              <a:gd name="connsiteX15" fmla="*/ 7344699 w 10793456"/>
              <a:gd name="connsiteY15" fmla="*/ 5602409 h 5743574"/>
              <a:gd name="connsiteX16" fmla="*/ 7344699 w 10793456"/>
              <a:gd name="connsiteY16" fmla="*/ 4116264 h 5743574"/>
              <a:gd name="connsiteX17" fmla="*/ 7485864 w 10793456"/>
              <a:gd name="connsiteY17" fmla="*/ 3975099 h 5743574"/>
              <a:gd name="connsiteX18" fmla="*/ 5649689 w 10793456"/>
              <a:gd name="connsiteY18" fmla="*/ 3975099 h 5743574"/>
              <a:gd name="connsiteX19" fmla="*/ 6979941 w 10793456"/>
              <a:gd name="connsiteY19" fmla="*/ 3975099 h 5743574"/>
              <a:gd name="connsiteX20" fmla="*/ 7121106 w 10793456"/>
              <a:gd name="connsiteY20" fmla="*/ 4116264 h 5743574"/>
              <a:gd name="connsiteX21" fmla="*/ 7121106 w 10793456"/>
              <a:gd name="connsiteY21" fmla="*/ 5602409 h 5743574"/>
              <a:gd name="connsiteX22" fmla="*/ 6979941 w 10793456"/>
              <a:gd name="connsiteY22" fmla="*/ 5743574 h 5743574"/>
              <a:gd name="connsiteX23" fmla="*/ 5649689 w 10793456"/>
              <a:gd name="connsiteY23" fmla="*/ 5743574 h 5743574"/>
              <a:gd name="connsiteX24" fmla="*/ 5508524 w 10793456"/>
              <a:gd name="connsiteY24" fmla="*/ 5602409 h 5743574"/>
              <a:gd name="connsiteX25" fmla="*/ 5508524 w 10793456"/>
              <a:gd name="connsiteY25" fmla="*/ 4116264 h 5743574"/>
              <a:gd name="connsiteX26" fmla="*/ 5649689 w 10793456"/>
              <a:gd name="connsiteY26" fmla="*/ 3975099 h 5743574"/>
              <a:gd name="connsiteX27" fmla="*/ 3813514 w 10793456"/>
              <a:gd name="connsiteY27" fmla="*/ 3975099 h 5743574"/>
              <a:gd name="connsiteX28" fmla="*/ 5143766 w 10793456"/>
              <a:gd name="connsiteY28" fmla="*/ 3975099 h 5743574"/>
              <a:gd name="connsiteX29" fmla="*/ 5284931 w 10793456"/>
              <a:gd name="connsiteY29" fmla="*/ 4116264 h 5743574"/>
              <a:gd name="connsiteX30" fmla="*/ 5284931 w 10793456"/>
              <a:gd name="connsiteY30" fmla="*/ 5602409 h 5743574"/>
              <a:gd name="connsiteX31" fmla="*/ 5143766 w 10793456"/>
              <a:gd name="connsiteY31" fmla="*/ 5743574 h 5743574"/>
              <a:gd name="connsiteX32" fmla="*/ 3813514 w 10793456"/>
              <a:gd name="connsiteY32" fmla="*/ 5743574 h 5743574"/>
              <a:gd name="connsiteX33" fmla="*/ 3672350 w 10793456"/>
              <a:gd name="connsiteY33" fmla="*/ 5602409 h 5743574"/>
              <a:gd name="connsiteX34" fmla="*/ 3672350 w 10793456"/>
              <a:gd name="connsiteY34" fmla="*/ 4116264 h 5743574"/>
              <a:gd name="connsiteX35" fmla="*/ 3813514 w 10793456"/>
              <a:gd name="connsiteY35" fmla="*/ 3975099 h 5743574"/>
              <a:gd name="connsiteX36" fmla="*/ 1977339 w 10793456"/>
              <a:gd name="connsiteY36" fmla="*/ 3975099 h 5743574"/>
              <a:gd name="connsiteX37" fmla="*/ 3307591 w 10793456"/>
              <a:gd name="connsiteY37" fmla="*/ 3975099 h 5743574"/>
              <a:gd name="connsiteX38" fmla="*/ 3448756 w 10793456"/>
              <a:gd name="connsiteY38" fmla="*/ 4116264 h 5743574"/>
              <a:gd name="connsiteX39" fmla="*/ 3448756 w 10793456"/>
              <a:gd name="connsiteY39" fmla="*/ 5602409 h 5743574"/>
              <a:gd name="connsiteX40" fmla="*/ 3307591 w 10793456"/>
              <a:gd name="connsiteY40" fmla="*/ 5743574 h 5743574"/>
              <a:gd name="connsiteX41" fmla="*/ 1977339 w 10793456"/>
              <a:gd name="connsiteY41" fmla="*/ 5743574 h 5743574"/>
              <a:gd name="connsiteX42" fmla="*/ 1836174 w 10793456"/>
              <a:gd name="connsiteY42" fmla="*/ 5602409 h 5743574"/>
              <a:gd name="connsiteX43" fmla="*/ 1836174 w 10793456"/>
              <a:gd name="connsiteY43" fmla="*/ 4116264 h 5743574"/>
              <a:gd name="connsiteX44" fmla="*/ 1977339 w 10793456"/>
              <a:gd name="connsiteY44" fmla="*/ 3975099 h 5743574"/>
              <a:gd name="connsiteX45" fmla="*/ 141167 w 10793456"/>
              <a:gd name="connsiteY45" fmla="*/ 3975099 h 5743574"/>
              <a:gd name="connsiteX46" fmla="*/ 1471419 w 10793456"/>
              <a:gd name="connsiteY46" fmla="*/ 3975099 h 5743574"/>
              <a:gd name="connsiteX47" fmla="*/ 1612583 w 10793456"/>
              <a:gd name="connsiteY47" fmla="*/ 4116264 h 5743574"/>
              <a:gd name="connsiteX48" fmla="*/ 1612583 w 10793456"/>
              <a:gd name="connsiteY48" fmla="*/ 5602409 h 5743574"/>
              <a:gd name="connsiteX49" fmla="*/ 1471419 w 10793456"/>
              <a:gd name="connsiteY49" fmla="*/ 5743574 h 5743574"/>
              <a:gd name="connsiteX50" fmla="*/ 141167 w 10793456"/>
              <a:gd name="connsiteY50" fmla="*/ 5743574 h 5743574"/>
              <a:gd name="connsiteX51" fmla="*/ 2 w 10793456"/>
              <a:gd name="connsiteY51" fmla="*/ 5602409 h 5743574"/>
              <a:gd name="connsiteX52" fmla="*/ 2 w 10793456"/>
              <a:gd name="connsiteY52" fmla="*/ 4116264 h 5743574"/>
              <a:gd name="connsiteX53" fmla="*/ 141167 w 10793456"/>
              <a:gd name="connsiteY53" fmla="*/ 3975099 h 5743574"/>
              <a:gd name="connsiteX54" fmla="*/ 5649689 w 10793456"/>
              <a:gd name="connsiteY54" fmla="*/ 1987549 h 5743574"/>
              <a:gd name="connsiteX55" fmla="*/ 6979941 w 10793456"/>
              <a:gd name="connsiteY55" fmla="*/ 1987549 h 5743574"/>
              <a:gd name="connsiteX56" fmla="*/ 7121106 w 10793456"/>
              <a:gd name="connsiteY56" fmla="*/ 2128714 h 5743574"/>
              <a:gd name="connsiteX57" fmla="*/ 7121106 w 10793456"/>
              <a:gd name="connsiteY57" fmla="*/ 3614859 h 5743574"/>
              <a:gd name="connsiteX58" fmla="*/ 6979941 w 10793456"/>
              <a:gd name="connsiteY58" fmla="*/ 3756024 h 5743574"/>
              <a:gd name="connsiteX59" fmla="*/ 5649689 w 10793456"/>
              <a:gd name="connsiteY59" fmla="*/ 3756024 h 5743574"/>
              <a:gd name="connsiteX60" fmla="*/ 5508524 w 10793456"/>
              <a:gd name="connsiteY60" fmla="*/ 3614859 h 5743574"/>
              <a:gd name="connsiteX61" fmla="*/ 5508524 w 10793456"/>
              <a:gd name="connsiteY61" fmla="*/ 2128714 h 5743574"/>
              <a:gd name="connsiteX62" fmla="*/ 5649689 w 10793456"/>
              <a:gd name="connsiteY62" fmla="*/ 1987549 h 5743574"/>
              <a:gd name="connsiteX63" fmla="*/ 3813515 w 10793456"/>
              <a:gd name="connsiteY63" fmla="*/ 1987549 h 5743574"/>
              <a:gd name="connsiteX64" fmla="*/ 5143766 w 10793456"/>
              <a:gd name="connsiteY64" fmla="*/ 1987549 h 5743574"/>
              <a:gd name="connsiteX65" fmla="*/ 5284931 w 10793456"/>
              <a:gd name="connsiteY65" fmla="*/ 2128714 h 5743574"/>
              <a:gd name="connsiteX66" fmla="*/ 5284931 w 10793456"/>
              <a:gd name="connsiteY66" fmla="*/ 3614859 h 5743574"/>
              <a:gd name="connsiteX67" fmla="*/ 5143766 w 10793456"/>
              <a:gd name="connsiteY67" fmla="*/ 3756024 h 5743574"/>
              <a:gd name="connsiteX68" fmla="*/ 3813515 w 10793456"/>
              <a:gd name="connsiteY68" fmla="*/ 3756024 h 5743574"/>
              <a:gd name="connsiteX69" fmla="*/ 3672350 w 10793456"/>
              <a:gd name="connsiteY69" fmla="*/ 3614859 h 5743574"/>
              <a:gd name="connsiteX70" fmla="*/ 3672350 w 10793456"/>
              <a:gd name="connsiteY70" fmla="*/ 2128714 h 5743574"/>
              <a:gd name="connsiteX71" fmla="*/ 3813515 w 10793456"/>
              <a:gd name="connsiteY71" fmla="*/ 1987549 h 5743574"/>
              <a:gd name="connsiteX72" fmla="*/ 1977340 w 10793456"/>
              <a:gd name="connsiteY72" fmla="*/ 1987549 h 5743574"/>
              <a:gd name="connsiteX73" fmla="*/ 3307592 w 10793456"/>
              <a:gd name="connsiteY73" fmla="*/ 1987549 h 5743574"/>
              <a:gd name="connsiteX74" fmla="*/ 3448757 w 10793456"/>
              <a:gd name="connsiteY74" fmla="*/ 2128714 h 5743574"/>
              <a:gd name="connsiteX75" fmla="*/ 3448757 w 10793456"/>
              <a:gd name="connsiteY75" fmla="*/ 3614859 h 5743574"/>
              <a:gd name="connsiteX76" fmla="*/ 3307592 w 10793456"/>
              <a:gd name="connsiteY76" fmla="*/ 3756024 h 5743574"/>
              <a:gd name="connsiteX77" fmla="*/ 1977340 w 10793456"/>
              <a:gd name="connsiteY77" fmla="*/ 3756024 h 5743574"/>
              <a:gd name="connsiteX78" fmla="*/ 1836175 w 10793456"/>
              <a:gd name="connsiteY78" fmla="*/ 3614859 h 5743574"/>
              <a:gd name="connsiteX79" fmla="*/ 1836175 w 10793456"/>
              <a:gd name="connsiteY79" fmla="*/ 2128714 h 5743574"/>
              <a:gd name="connsiteX80" fmla="*/ 1977340 w 10793456"/>
              <a:gd name="connsiteY80" fmla="*/ 1987549 h 5743574"/>
              <a:gd name="connsiteX81" fmla="*/ 141165 w 10793456"/>
              <a:gd name="connsiteY81" fmla="*/ 1987549 h 5743574"/>
              <a:gd name="connsiteX82" fmla="*/ 1471417 w 10793456"/>
              <a:gd name="connsiteY82" fmla="*/ 1987549 h 5743574"/>
              <a:gd name="connsiteX83" fmla="*/ 1612582 w 10793456"/>
              <a:gd name="connsiteY83" fmla="*/ 2128714 h 5743574"/>
              <a:gd name="connsiteX84" fmla="*/ 1612582 w 10793456"/>
              <a:gd name="connsiteY84" fmla="*/ 3614859 h 5743574"/>
              <a:gd name="connsiteX85" fmla="*/ 1471417 w 10793456"/>
              <a:gd name="connsiteY85" fmla="*/ 3756024 h 5743574"/>
              <a:gd name="connsiteX86" fmla="*/ 141165 w 10793456"/>
              <a:gd name="connsiteY86" fmla="*/ 3756024 h 5743574"/>
              <a:gd name="connsiteX87" fmla="*/ 0 w 10793456"/>
              <a:gd name="connsiteY87" fmla="*/ 3614859 h 5743574"/>
              <a:gd name="connsiteX88" fmla="*/ 0 w 10793456"/>
              <a:gd name="connsiteY88" fmla="*/ 2128714 h 5743574"/>
              <a:gd name="connsiteX89" fmla="*/ 141165 w 10793456"/>
              <a:gd name="connsiteY89" fmla="*/ 1987549 h 5743574"/>
              <a:gd name="connsiteX90" fmla="*/ 5649689 w 10793456"/>
              <a:gd name="connsiteY90" fmla="*/ 0 h 5743574"/>
              <a:gd name="connsiteX91" fmla="*/ 6979941 w 10793456"/>
              <a:gd name="connsiteY91" fmla="*/ 0 h 5743574"/>
              <a:gd name="connsiteX92" fmla="*/ 7121106 w 10793456"/>
              <a:gd name="connsiteY92" fmla="*/ 141165 h 5743574"/>
              <a:gd name="connsiteX93" fmla="*/ 7121106 w 10793456"/>
              <a:gd name="connsiteY93" fmla="*/ 1627310 h 5743574"/>
              <a:gd name="connsiteX94" fmla="*/ 6979941 w 10793456"/>
              <a:gd name="connsiteY94" fmla="*/ 1768474 h 5743574"/>
              <a:gd name="connsiteX95" fmla="*/ 5649689 w 10793456"/>
              <a:gd name="connsiteY95" fmla="*/ 1768474 h 5743574"/>
              <a:gd name="connsiteX96" fmla="*/ 5508524 w 10793456"/>
              <a:gd name="connsiteY96" fmla="*/ 1627310 h 5743574"/>
              <a:gd name="connsiteX97" fmla="*/ 5508524 w 10793456"/>
              <a:gd name="connsiteY97" fmla="*/ 141165 h 5743574"/>
              <a:gd name="connsiteX98" fmla="*/ 5649689 w 10793456"/>
              <a:gd name="connsiteY98" fmla="*/ 0 h 5743574"/>
              <a:gd name="connsiteX99" fmla="*/ 3813517 w 10793456"/>
              <a:gd name="connsiteY99" fmla="*/ 0 h 5743574"/>
              <a:gd name="connsiteX100" fmla="*/ 5143766 w 10793456"/>
              <a:gd name="connsiteY100" fmla="*/ 0 h 5743574"/>
              <a:gd name="connsiteX101" fmla="*/ 5284931 w 10793456"/>
              <a:gd name="connsiteY101" fmla="*/ 141165 h 5743574"/>
              <a:gd name="connsiteX102" fmla="*/ 5284931 w 10793456"/>
              <a:gd name="connsiteY102" fmla="*/ 1627310 h 5743574"/>
              <a:gd name="connsiteX103" fmla="*/ 5143766 w 10793456"/>
              <a:gd name="connsiteY103" fmla="*/ 1768474 h 5743574"/>
              <a:gd name="connsiteX104" fmla="*/ 3813517 w 10793456"/>
              <a:gd name="connsiteY104" fmla="*/ 1768474 h 5743574"/>
              <a:gd name="connsiteX105" fmla="*/ 3672352 w 10793456"/>
              <a:gd name="connsiteY105" fmla="*/ 1627310 h 5743574"/>
              <a:gd name="connsiteX106" fmla="*/ 3672352 w 10793456"/>
              <a:gd name="connsiteY106" fmla="*/ 141165 h 5743574"/>
              <a:gd name="connsiteX107" fmla="*/ 3813517 w 10793456"/>
              <a:gd name="connsiteY107" fmla="*/ 0 h 5743574"/>
              <a:gd name="connsiteX108" fmla="*/ 1977341 w 10793456"/>
              <a:gd name="connsiteY108" fmla="*/ 0 h 5743574"/>
              <a:gd name="connsiteX109" fmla="*/ 3307594 w 10793456"/>
              <a:gd name="connsiteY109" fmla="*/ 0 h 5743574"/>
              <a:gd name="connsiteX110" fmla="*/ 3448758 w 10793456"/>
              <a:gd name="connsiteY110" fmla="*/ 141165 h 5743574"/>
              <a:gd name="connsiteX111" fmla="*/ 3448758 w 10793456"/>
              <a:gd name="connsiteY111" fmla="*/ 1627310 h 5743574"/>
              <a:gd name="connsiteX112" fmla="*/ 3307594 w 10793456"/>
              <a:gd name="connsiteY112" fmla="*/ 1768474 h 5743574"/>
              <a:gd name="connsiteX113" fmla="*/ 1977341 w 10793456"/>
              <a:gd name="connsiteY113" fmla="*/ 1768474 h 5743574"/>
              <a:gd name="connsiteX114" fmla="*/ 1836176 w 10793456"/>
              <a:gd name="connsiteY114" fmla="*/ 1627310 h 5743574"/>
              <a:gd name="connsiteX115" fmla="*/ 1836176 w 10793456"/>
              <a:gd name="connsiteY115" fmla="*/ 141165 h 5743574"/>
              <a:gd name="connsiteX116" fmla="*/ 1977341 w 10793456"/>
              <a:gd name="connsiteY116" fmla="*/ 0 h 5743574"/>
              <a:gd name="connsiteX117" fmla="*/ 141166 w 10793456"/>
              <a:gd name="connsiteY117" fmla="*/ 0 h 5743574"/>
              <a:gd name="connsiteX118" fmla="*/ 1471418 w 10793456"/>
              <a:gd name="connsiteY118" fmla="*/ 0 h 5743574"/>
              <a:gd name="connsiteX119" fmla="*/ 1612583 w 10793456"/>
              <a:gd name="connsiteY119" fmla="*/ 141165 h 5743574"/>
              <a:gd name="connsiteX120" fmla="*/ 1612583 w 10793456"/>
              <a:gd name="connsiteY120" fmla="*/ 1627310 h 5743574"/>
              <a:gd name="connsiteX121" fmla="*/ 1471418 w 10793456"/>
              <a:gd name="connsiteY121" fmla="*/ 1768474 h 5743574"/>
              <a:gd name="connsiteX122" fmla="*/ 141166 w 10793456"/>
              <a:gd name="connsiteY122" fmla="*/ 1768474 h 5743574"/>
              <a:gd name="connsiteX123" fmla="*/ 1 w 10793456"/>
              <a:gd name="connsiteY123" fmla="*/ 1627310 h 5743574"/>
              <a:gd name="connsiteX124" fmla="*/ 1 w 10793456"/>
              <a:gd name="connsiteY124" fmla="*/ 141165 h 5743574"/>
              <a:gd name="connsiteX125" fmla="*/ 141166 w 10793456"/>
              <a:gd name="connsiteY125" fmla="*/ 0 h 574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0793456" h="5743574">
                <a:moveTo>
                  <a:pt x="9322039" y="3975099"/>
                </a:moveTo>
                <a:lnTo>
                  <a:pt x="10652291" y="3975099"/>
                </a:lnTo>
                <a:cubicBezTo>
                  <a:pt x="10730254" y="3975099"/>
                  <a:pt x="10793456" y="4038301"/>
                  <a:pt x="10793456" y="4116264"/>
                </a:cubicBezTo>
                <a:lnTo>
                  <a:pt x="10793456" y="5602409"/>
                </a:lnTo>
                <a:cubicBezTo>
                  <a:pt x="10793456" y="5680372"/>
                  <a:pt x="10730254" y="5743574"/>
                  <a:pt x="10652291" y="5743574"/>
                </a:cubicBezTo>
                <a:lnTo>
                  <a:pt x="9322039" y="5743574"/>
                </a:lnTo>
                <a:cubicBezTo>
                  <a:pt x="9244076" y="5743574"/>
                  <a:pt x="9180874" y="5680372"/>
                  <a:pt x="9180874" y="5602409"/>
                </a:cubicBezTo>
                <a:lnTo>
                  <a:pt x="9180874" y="4116264"/>
                </a:lnTo>
                <a:cubicBezTo>
                  <a:pt x="9180874" y="4038301"/>
                  <a:pt x="9244076" y="3975099"/>
                  <a:pt x="9322039" y="3975099"/>
                </a:cubicBezTo>
                <a:close/>
                <a:moveTo>
                  <a:pt x="7485864" y="3975099"/>
                </a:moveTo>
                <a:lnTo>
                  <a:pt x="8816116" y="3975099"/>
                </a:lnTo>
                <a:cubicBezTo>
                  <a:pt x="8894079" y="3975099"/>
                  <a:pt x="8957281" y="4038301"/>
                  <a:pt x="8957281" y="4116264"/>
                </a:cubicBezTo>
                <a:lnTo>
                  <a:pt x="8957281" y="5602409"/>
                </a:lnTo>
                <a:cubicBezTo>
                  <a:pt x="8957281" y="5680372"/>
                  <a:pt x="8894079" y="5743574"/>
                  <a:pt x="8816116" y="5743574"/>
                </a:cubicBezTo>
                <a:lnTo>
                  <a:pt x="7485864" y="5743574"/>
                </a:lnTo>
                <a:cubicBezTo>
                  <a:pt x="7407901" y="5743574"/>
                  <a:pt x="7344699" y="5680372"/>
                  <a:pt x="7344699" y="5602409"/>
                </a:cubicBezTo>
                <a:lnTo>
                  <a:pt x="7344699" y="4116264"/>
                </a:lnTo>
                <a:cubicBezTo>
                  <a:pt x="7344699" y="4038301"/>
                  <a:pt x="7407901" y="3975099"/>
                  <a:pt x="7485864" y="3975099"/>
                </a:cubicBezTo>
                <a:close/>
                <a:moveTo>
                  <a:pt x="5649689" y="3975099"/>
                </a:moveTo>
                <a:lnTo>
                  <a:pt x="6979941" y="3975099"/>
                </a:lnTo>
                <a:cubicBezTo>
                  <a:pt x="7057904" y="3975099"/>
                  <a:pt x="7121106" y="4038301"/>
                  <a:pt x="7121106" y="4116264"/>
                </a:cubicBezTo>
                <a:lnTo>
                  <a:pt x="7121106" y="5602409"/>
                </a:lnTo>
                <a:cubicBezTo>
                  <a:pt x="7121106" y="5680372"/>
                  <a:pt x="7057904" y="5743574"/>
                  <a:pt x="6979941" y="5743574"/>
                </a:cubicBezTo>
                <a:lnTo>
                  <a:pt x="5649689" y="5743574"/>
                </a:lnTo>
                <a:cubicBezTo>
                  <a:pt x="5571726" y="5743574"/>
                  <a:pt x="5508524" y="5680372"/>
                  <a:pt x="5508524" y="5602409"/>
                </a:cubicBezTo>
                <a:lnTo>
                  <a:pt x="5508524" y="4116264"/>
                </a:lnTo>
                <a:cubicBezTo>
                  <a:pt x="5508524" y="4038301"/>
                  <a:pt x="5571726" y="3975099"/>
                  <a:pt x="5649689" y="3975099"/>
                </a:cubicBezTo>
                <a:close/>
                <a:moveTo>
                  <a:pt x="3813514" y="3975099"/>
                </a:moveTo>
                <a:lnTo>
                  <a:pt x="5143766" y="3975099"/>
                </a:lnTo>
                <a:cubicBezTo>
                  <a:pt x="5221729" y="3975099"/>
                  <a:pt x="5284931" y="4038301"/>
                  <a:pt x="5284931" y="4116264"/>
                </a:cubicBezTo>
                <a:lnTo>
                  <a:pt x="5284931" y="5602409"/>
                </a:lnTo>
                <a:cubicBezTo>
                  <a:pt x="5284931" y="5680372"/>
                  <a:pt x="5221729" y="5743574"/>
                  <a:pt x="5143766" y="5743574"/>
                </a:cubicBezTo>
                <a:lnTo>
                  <a:pt x="3813514" y="5743574"/>
                </a:lnTo>
                <a:cubicBezTo>
                  <a:pt x="3735551" y="5743574"/>
                  <a:pt x="3672350" y="5680372"/>
                  <a:pt x="3672350" y="5602409"/>
                </a:cubicBezTo>
                <a:lnTo>
                  <a:pt x="3672350" y="4116264"/>
                </a:lnTo>
                <a:cubicBezTo>
                  <a:pt x="3672350" y="4038301"/>
                  <a:pt x="3735551" y="3975099"/>
                  <a:pt x="3813514" y="3975099"/>
                </a:cubicBezTo>
                <a:close/>
                <a:moveTo>
                  <a:pt x="1977339" y="3975099"/>
                </a:moveTo>
                <a:lnTo>
                  <a:pt x="3307591" y="3975099"/>
                </a:lnTo>
                <a:cubicBezTo>
                  <a:pt x="3385554" y="3975099"/>
                  <a:pt x="3448756" y="4038301"/>
                  <a:pt x="3448756" y="4116264"/>
                </a:cubicBezTo>
                <a:lnTo>
                  <a:pt x="3448756" y="5602409"/>
                </a:lnTo>
                <a:cubicBezTo>
                  <a:pt x="3448756" y="5680372"/>
                  <a:pt x="3385554" y="5743574"/>
                  <a:pt x="3307591" y="5743574"/>
                </a:cubicBezTo>
                <a:lnTo>
                  <a:pt x="1977339" y="5743574"/>
                </a:lnTo>
                <a:cubicBezTo>
                  <a:pt x="1899376" y="5743574"/>
                  <a:pt x="1836174" y="5680372"/>
                  <a:pt x="1836174" y="5602409"/>
                </a:cubicBezTo>
                <a:lnTo>
                  <a:pt x="1836174" y="4116264"/>
                </a:lnTo>
                <a:cubicBezTo>
                  <a:pt x="1836174" y="4038301"/>
                  <a:pt x="1899376" y="3975099"/>
                  <a:pt x="1977339" y="3975099"/>
                </a:cubicBezTo>
                <a:close/>
                <a:moveTo>
                  <a:pt x="141167" y="3975099"/>
                </a:moveTo>
                <a:lnTo>
                  <a:pt x="1471419" y="3975099"/>
                </a:lnTo>
                <a:cubicBezTo>
                  <a:pt x="1549381" y="3975099"/>
                  <a:pt x="1612583" y="4038301"/>
                  <a:pt x="1612583" y="4116264"/>
                </a:cubicBezTo>
                <a:lnTo>
                  <a:pt x="1612583" y="5602409"/>
                </a:lnTo>
                <a:cubicBezTo>
                  <a:pt x="1612583" y="5680372"/>
                  <a:pt x="1549381" y="5743574"/>
                  <a:pt x="1471419" y="5743574"/>
                </a:cubicBezTo>
                <a:lnTo>
                  <a:pt x="141167" y="5743574"/>
                </a:lnTo>
                <a:cubicBezTo>
                  <a:pt x="63204" y="5743574"/>
                  <a:pt x="2" y="5680372"/>
                  <a:pt x="2" y="5602409"/>
                </a:cubicBezTo>
                <a:lnTo>
                  <a:pt x="2" y="4116264"/>
                </a:lnTo>
                <a:cubicBezTo>
                  <a:pt x="2" y="4038301"/>
                  <a:pt x="63204" y="3975099"/>
                  <a:pt x="141167" y="3975099"/>
                </a:cubicBezTo>
                <a:close/>
                <a:moveTo>
                  <a:pt x="5649689" y="1987549"/>
                </a:moveTo>
                <a:lnTo>
                  <a:pt x="6979941" y="1987549"/>
                </a:lnTo>
                <a:cubicBezTo>
                  <a:pt x="7057904" y="1987549"/>
                  <a:pt x="7121106" y="2050751"/>
                  <a:pt x="7121106" y="2128714"/>
                </a:cubicBezTo>
                <a:lnTo>
                  <a:pt x="7121106" y="3614859"/>
                </a:lnTo>
                <a:cubicBezTo>
                  <a:pt x="7121106" y="3692822"/>
                  <a:pt x="7057904" y="3756024"/>
                  <a:pt x="6979941" y="3756024"/>
                </a:cubicBezTo>
                <a:lnTo>
                  <a:pt x="5649689" y="3756024"/>
                </a:lnTo>
                <a:cubicBezTo>
                  <a:pt x="5571726" y="3756024"/>
                  <a:pt x="5508524" y="3692822"/>
                  <a:pt x="5508524" y="3614859"/>
                </a:cubicBezTo>
                <a:lnTo>
                  <a:pt x="5508524" y="2128714"/>
                </a:lnTo>
                <a:cubicBezTo>
                  <a:pt x="5508524" y="2050751"/>
                  <a:pt x="5571726" y="1987549"/>
                  <a:pt x="5649689" y="1987549"/>
                </a:cubicBezTo>
                <a:close/>
                <a:moveTo>
                  <a:pt x="3813515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5" y="3756024"/>
                </a:lnTo>
                <a:cubicBezTo>
                  <a:pt x="3735553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3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5649689" y="0"/>
                </a:moveTo>
                <a:lnTo>
                  <a:pt x="6979941" y="0"/>
                </a:lnTo>
                <a:cubicBezTo>
                  <a:pt x="7057904" y="0"/>
                  <a:pt x="7121106" y="63202"/>
                  <a:pt x="7121106" y="141165"/>
                </a:cubicBezTo>
                <a:lnTo>
                  <a:pt x="7121106" y="1627310"/>
                </a:lnTo>
                <a:cubicBezTo>
                  <a:pt x="7121106" y="1705273"/>
                  <a:pt x="7057904" y="1768474"/>
                  <a:pt x="6979941" y="1768474"/>
                </a:cubicBezTo>
                <a:lnTo>
                  <a:pt x="5649689" y="1768474"/>
                </a:lnTo>
                <a:cubicBezTo>
                  <a:pt x="5571726" y="1768474"/>
                  <a:pt x="5508524" y="1705273"/>
                  <a:pt x="5508524" y="1627310"/>
                </a:cubicBezTo>
                <a:lnTo>
                  <a:pt x="5508524" y="141165"/>
                </a:lnTo>
                <a:cubicBezTo>
                  <a:pt x="5508524" y="63202"/>
                  <a:pt x="5571726" y="0"/>
                  <a:pt x="5649689" y="0"/>
                </a:cubicBezTo>
                <a:close/>
                <a:moveTo>
                  <a:pt x="3813517" y="0"/>
                </a:moveTo>
                <a:lnTo>
                  <a:pt x="5143766" y="0"/>
                </a:lnTo>
                <a:cubicBezTo>
                  <a:pt x="5221729" y="0"/>
                  <a:pt x="5284931" y="63202"/>
                  <a:pt x="5284931" y="141165"/>
                </a:cubicBezTo>
                <a:lnTo>
                  <a:pt x="5284931" y="1627310"/>
                </a:lnTo>
                <a:cubicBezTo>
                  <a:pt x="5284931" y="1705273"/>
                  <a:pt x="5221729" y="1768474"/>
                  <a:pt x="5143766" y="1768474"/>
                </a:cubicBezTo>
                <a:lnTo>
                  <a:pt x="3813517" y="1768474"/>
                </a:lnTo>
                <a:cubicBezTo>
                  <a:pt x="3735554" y="1768474"/>
                  <a:pt x="3672352" y="1705273"/>
                  <a:pt x="3672352" y="1627310"/>
                </a:cubicBezTo>
                <a:lnTo>
                  <a:pt x="3672352" y="141165"/>
                </a:lnTo>
                <a:cubicBezTo>
                  <a:pt x="3672352" y="63202"/>
                  <a:pt x="3735554" y="0"/>
                  <a:pt x="3813517" y="0"/>
                </a:cubicBezTo>
                <a:close/>
                <a:moveTo>
                  <a:pt x="1977341" y="0"/>
                </a:moveTo>
                <a:lnTo>
                  <a:pt x="3307594" y="0"/>
                </a:lnTo>
                <a:cubicBezTo>
                  <a:pt x="3385557" y="0"/>
                  <a:pt x="3448758" y="63202"/>
                  <a:pt x="3448758" y="141165"/>
                </a:cubicBezTo>
                <a:lnTo>
                  <a:pt x="3448758" y="1627310"/>
                </a:lnTo>
                <a:cubicBezTo>
                  <a:pt x="3448758" y="1705273"/>
                  <a:pt x="3385557" y="1768474"/>
                  <a:pt x="3307594" y="1768474"/>
                </a:cubicBezTo>
                <a:lnTo>
                  <a:pt x="1977341" y="1768474"/>
                </a:lnTo>
                <a:cubicBezTo>
                  <a:pt x="1899378" y="1768474"/>
                  <a:pt x="1836176" y="1705273"/>
                  <a:pt x="1836176" y="1627310"/>
                </a:cubicBezTo>
                <a:lnTo>
                  <a:pt x="1836176" y="141165"/>
                </a:lnTo>
                <a:cubicBezTo>
                  <a:pt x="1836176" y="63202"/>
                  <a:pt x="1899378" y="0"/>
                  <a:pt x="1977341" y="0"/>
                </a:cubicBezTo>
                <a:close/>
                <a:moveTo>
                  <a:pt x="141166" y="0"/>
                </a:moveTo>
                <a:lnTo>
                  <a:pt x="1471418" y="0"/>
                </a:lnTo>
                <a:cubicBezTo>
                  <a:pt x="1549381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1" y="1768474"/>
                  <a:pt x="1471418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005AA-6C4D-DC09-D01A-058BE4EE02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-360000"/>
            <a:ext cx="5400244" cy="175433"/>
          </a:xfrm>
        </p:spPr>
        <p:txBody>
          <a:bodyPr wrap="square" rIns="0">
            <a:spAutoFit/>
          </a:bodyPr>
          <a:lstStyle>
            <a:lvl1pPr>
              <a:defRPr sz="1200"/>
            </a:lvl1pPr>
          </a:lstStyle>
          <a:p>
            <a:r>
              <a:rPr lang="en-GB"/>
              <a:t>Click to add title for screen reader, to make your presentation UU compatible</a:t>
            </a:r>
            <a:endParaRPr lang="nb-NO"/>
          </a:p>
        </p:txBody>
      </p:sp>
      <p:sp>
        <p:nvSpPr>
          <p:cNvPr id="2" name="Plassholder for tekst 5">
            <a:extLst>
              <a:ext uri="{FF2B5EF4-FFF2-40B4-BE49-F238E27FC236}">
                <a16:creationId xmlns:a16="http://schemas.microsoft.com/office/drawing/2014/main" id="{983DC9A0-CBC2-650F-1E2E-930315227C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7470" y="368300"/>
            <a:ext cx="3455987" cy="3767137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>
            <a:lvl1pPr>
              <a:buFontTx/>
              <a:buBlip>
                <a:blip r:embed="rId3"/>
              </a:buBlip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52F5623F-7D63-718F-D877-0CAC103F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35A1FC-EB6F-094F-B24A-F5BCC4E5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9" name="Bilde 7">
              <a:extLst>
                <a:ext uri="{FF2B5EF4-FFF2-40B4-BE49-F238E27FC236}">
                  <a16:creationId xmlns:a16="http://schemas.microsoft.com/office/drawing/2014/main" id="{95864BB1-B82E-C54B-2B22-2D651E312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10" name="Avrundet rektangel 8">
              <a:extLst>
                <a:ext uri="{FF2B5EF4-FFF2-40B4-BE49-F238E27FC236}">
                  <a16:creationId xmlns:a16="http://schemas.microsoft.com/office/drawing/2014/main" id="{20CE8D63-4F2D-6E9A-6E45-DADBA74F8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13" name="Colours">
            <a:extLst>
              <a:ext uri="{FF2B5EF4-FFF2-40B4-BE49-F238E27FC236}">
                <a16:creationId xmlns:a16="http://schemas.microsoft.com/office/drawing/2014/main" id="{2436E4ED-3934-552C-2AF9-1AE776AF2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14" name="Avrundet rektangel 35">
              <a:extLst>
                <a:ext uri="{FF2B5EF4-FFF2-40B4-BE49-F238E27FC236}">
                  <a16:creationId xmlns:a16="http://schemas.microsoft.com/office/drawing/2014/main" id="{CD4450DA-0842-26BC-CC30-12F403B26E07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5" name="Avrundet rektangel 34">
              <a:extLst>
                <a:ext uri="{FF2B5EF4-FFF2-40B4-BE49-F238E27FC236}">
                  <a16:creationId xmlns:a16="http://schemas.microsoft.com/office/drawing/2014/main" id="{A87E405F-7A4A-7412-DA15-55EFE4CAF5D1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6" name="Ellipse 32">
              <a:extLst>
                <a:ext uri="{FF2B5EF4-FFF2-40B4-BE49-F238E27FC236}">
                  <a16:creationId xmlns:a16="http://schemas.microsoft.com/office/drawing/2014/main" id="{6038BCA6-5275-C4B2-52B4-13EF0ACF13EA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7" name="Gruppe 73">
              <a:extLst>
                <a:ext uri="{FF2B5EF4-FFF2-40B4-BE49-F238E27FC236}">
                  <a16:creationId xmlns:a16="http://schemas.microsoft.com/office/drawing/2014/main" id="{245B9DA5-9FE0-A626-6C43-28A93CCF53DF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9" name="Ellipse 25">
                <a:extLst>
                  <a:ext uri="{FF2B5EF4-FFF2-40B4-BE49-F238E27FC236}">
                    <a16:creationId xmlns:a16="http://schemas.microsoft.com/office/drawing/2014/main" id="{8EC45127-3EEC-FAD4-7AA0-D6238C88C000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6">
                <a:extLst>
                  <a:ext uri="{FF2B5EF4-FFF2-40B4-BE49-F238E27FC236}">
                    <a16:creationId xmlns:a16="http://schemas.microsoft.com/office/drawing/2014/main" id="{BB0B55AA-4122-9765-7562-7BA614D71290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7">
                <a:extLst>
                  <a:ext uri="{FF2B5EF4-FFF2-40B4-BE49-F238E27FC236}">
                    <a16:creationId xmlns:a16="http://schemas.microsoft.com/office/drawing/2014/main" id="{8A6D7EF6-59F4-E10C-CE91-0274AD1951AE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Ellipse 28">
                <a:extLst>
                  <a:ext uri="{FF2B5EF4-FFF2-40B4-BE49-F238E27FC236}">
                    <a16:creationId xmlns:a16="http://schemas.microsoft.com/office/drawing/2014/main" id="{AC434EB3-D7C7-8D4F-C731-29B1E96EF308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29">
                <a:extLst>
                  <a:ext uri="{FF2B5EF4-FFF2-40B4-BE49-F238E27FC236}">
                    <a16:creationId xmlns:a16="http://schemas.microsoft.com/office/drawing/2014/main" id="{042D8629-D846-A980-320D-66EF4DA0DFC4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4" name="Ellipse 33">
                <a:extLst>
                  <a:ext uri="{FF2B5EF4-FFF2-40B4-BE49-F238E27FC236}">
                    <a16:creationId xmlns:a16="http://schemas.microsoft.com/office/drawing/2014/main" id="{6ED4963E-308F-8455-5AC1-018E86798832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8" name="Ellipse 72">
              <a:extLst>
                <a:ext uri="{FF2B5EF4-FFF2-40B4-BE49-F238E27FC236}">
                  <a16:creationId xmlns:a16="http://schemas.microsoft.com/office/drawing/2014/main" id="{418E6CDD-97BC-B7D1-3DDC-778D0F67381B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5" name="Colours">
            <a:extLst>
              <a:ext uri="{FF2B5EF4-FFF2-40B4-BE49-F238E27FC236}">
                <a16:creationId xmlns:a16="http://schemas.microsoft.com/office/drawing/2014/main" id="{34666039-E166-BE61-87DF-C984BEF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6" name="Avrundet rektangel 35">
              <a:extLst>
                <a:ext uri="{FF2B5EF4-FFF2-40B4-BE49-F238E27FC236}">
                  <a16:creationId xmlns:a16="http://schemas.microsoft.com/office/drawing/2014/main" id="{7BCB6F3F-D162-4649-4898-F1134642911E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Avrundet rektangel 34">
              <a:extLst>
                <a:ext uri="{FF2B5EF4-FFF2-40B4-BE49-F238E27FC236}">
                  <a16:creationId xmlns:a16="http://schemas.microsoft.com/office/drawing/2014/main" id="{E0B4EA24-DBEB-C7C1-1710-726636FF53C6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2">
              <a:extLst>
                <a:ext uri="{FF2B5EF4-FFF2-40B4-BE49-F238E27FC236}">
                  <a16:creationId xmlns:a16="http://schemas.microsoft.com/office/drawing/2014/main" id="{0EE4B4DC-F52F-FCA1-E6E6-E4036C36F7DC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9" name="Ellipse 33">
              <a:extLst>
                <a:ext uri="{FF2B5EF4-FFF2-40B4-BE49-F238E27FC236}">
                  <a16:creationId xmlns:a16="http://schemas.microsoft.com/office/drawing/2014/main" id="{C29D7B90-7874-6A9C-3B9F-BDCE663623F0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6984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81E6BD-B197-BDA9-E25C-E2785C5C2C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-360000"/>
            <a:ext cx="5399881" cy="175433"/>
          </a:xfrm>
        </p:spPr>
        <p:txBody>
          <a:bodyPr rIns="0" anchor="b" anchorCtr="0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title for screen reader, to make your presentation UU compatible</a:t>
            </a:r>
            <a:endParaRPr lang="nb-NO" dirty="0"/>
          </a:p>
        </p:txBody>
      </p:sp>
      <p:sp>
        <p:nvSpPr>
          <p:cNvPr id="4" name="Plassholder for tekst 7">
            <a:extLst>
              <a:ext uri="{FF2B5EF4-FFF2-40B4-BE49-F238E27FC236}">
                <a16:creationId xmlns:a16="http://schemas.microsoft.com/office/drawing/2014/main" id="{1E9C8252-F471-FE4D-50AD-68222379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sp>
        <p:nvSpPr>
          <p:cNvPr id="41" name="Topp venstre">
            <a:extLst>
              <a:ext uri="{FF2B5EF4-FFF2-40B4-BE49-F238E27FC236}">
                <a16:creationId xmlns:a16="http://schemas.microsoft.com/office/drawing/2014/main" id="{49BC379C-7CDF-F352-9E58-ABB05501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60002" y="368300"/>
            <a:ext cx="1612582" cy="1768474"/>
          </a:xfrm>
          <a:custGeom>
            <a:avLst/>
            <a:gdLst>
              <a:gd name="csX0" fmla="*/ 141165 w 1612582"/>
              <a:gd name="csY0" fmla="*/ 0 h 1768474"/>
              <a:gd name="csX1" fmla="*/ 1471417 w 1612582"/>
              <a:gd name="csY1" fmla="*/ 0 h 1768474"/>
              <a:gd name="csX2" fmla="*/ 1612582 w 1612582"/>
              <a:gd name="csY2" fmla="*/ 141165 h 1768474"/>
              <a:gd name="csX3" fmla="*/ 1612582 w 1612582"/>
              <a:gd name="csY3" fmla="*/ 1627310 h 1768474"/>
              <a:gd name="csX4" fmla="*/ 1471417 w 1612582"/>
              <a:gd name="csY4" fmla="*/ 1768474 h 1768474"/>
              <a:gd name="csX5" fmla="*/ 141165 w 1612582"/>
              <a:gd name="csY5" fmla="*/ 1768474 h 1768474"/>
              <a:gd name="csX6" fmla="*/ 0 w 1612582"/>
              <a:gd name="csY6" fmla="*/ 1627310 h 1768474"/>
              <a:gd name="csX7" fmla="*/ 0 w 1612582"/>
              <a:gd name="csY7" fmla="*/ 141165 h 1768474"/>
              <a:gd name="csX8" fmla="*/ 141165 w 1612582"/>
              <a:gd name="csY8" fmla="*/ 0 h 1768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12582" h="1768474"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4"/>
                  <a:pt x="1471417" y="1768474"/>
                </a:cubicBezTo>
                <a:lnTo>
                  <a:pt x="141165" y="1768474"/>
                </a:lnTo>
                <a:cubicBezTo>
                  <a:pt x="63202" y="1768474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2160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3" name="Topp midt">
            <a:extLst>
              <a:ext uri="{FF2B5EF4-FFF2-40B4-BE49-F238E27FC236}">
                <a16:creationId xmlns:a16="http://schemas.microsoft.com/office/drawing/2014/main" id="{69DE6A5F-E315-BB0F-A784-4B88B2723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96177" y="368300"/>
            <a:ext cx="5284931" cy="3756024"/>
          </a:xfrm>
          <a:custGeom>
            <a:avLst/>
            <a:gdLst>
              <a:gd name="csX0" fmla="*/ 3813514 w 5284931"/>
              <a:gd name="csY0" fmla="*/ 1987549 h 3756024"/>
              <a:gd name="csX1" fmla="*/ 5143766 w 5284931"/>
              <a:gd name="csY1" fmla="*/ 1987549 h 3756024"/>
              <a:gd name="csX2" fmla="*/ 5284931 w 5284931"/>
              <a:gd name="csY2" fmla="*/ 2128714 h 3756024"/>
              <a:gd name="csX3" fmla="*/ 5284931 w 5284931"/>
              <a:gd name="csY3" fmla="*/ 3614859 h 3756024"/>
              <a:gd name="csX4" fmla="*/ 5143766 w 5284931"/>
              <a:gd name="csY4" fmla="*/ 3756024 h 3756024"/>
              <a:gd name="csX5" fmla="*/ 3813514 w 5284931"/>
              <a:gd name="csY5" fmla="*/ 3756024 h 3756024"/>
              <a:gd name="csX6" fmla="*/ 3672349 w 5284931"/>
              <a:gd name="csY6" fmla="*/ 3614859 h 3756024"/>
              <a:gd name="csX7" fmla="*/ 3672349 w 5284931"/>
              <a:gd name="csY7" fmla="*/ 2128714 h 3756024"/>
              <a:gd name="csX8" fmla="*/ 3813514 w 5284931"/>
              <a:gd name="csY8" fmla="*/ 1987549 h 3756024"/>
              <a:gd name="csX9" fmla="*/ 1977340 w 5284931"/>
              <a:gd name="csY9" fmla="*/ 1987549 h 3756024"/>
              <a:gd name="csX10" fmla="*/ 3307591 w 5284931"/>
              <a:gd name="csY10" fmla="*/ 1987549 h 3756024"/>
              <a:gd name="csX11" fmla="*/ 3448756 w 5284931"/>
              <a:gd name="csY11" fmla="*/ 2128714 h 3756024"/>
              <a:gd name="csX12" fmla="*/ 3448756 w 5284931"/>
              <a:gd name="csY12" fmla="*/ 3614859 h 3756024"/>
              <a:gd name="csX13" fmla="*/ 3307591 w 5284931"/>
              <a:gd name="csY13" fmla="*/ 3756024 h 3756024"/>
              <a:gd name="csX14" fmla="*/ 1977340 w 5284931"/>
              <a:gd name="csY14" fmla="*/ 3756024 h 3756024"/>
              <a:gd name="csX15" fmla="*/ 1836175 w 5284931"/>
              <a:gd name="csY15" fmla="*/ 3614859 h 3756024"/>
              <a:gd name="csX16" fmla="*/ 1836175 w 5284931"/>
              <a:gd name="csY16" fmla="*/ 2128714 h 3756024"/>
              <a:gd name="csX17" fmla="*/ 1977340 w 5284931"/>
              <a:gd name="csY17" fmla="*/ 1987549 h 3756024"/>
              <a:gd name="csX18" fmla="*/ 141165 w 5284931"/>
              <a:gd name="csY18" fmla="*/ 1987549 h 3756024"/>
              <a:gd name="csX19" fmla="*/ 1471417 w 5284931"/>
              <a:gd name="csY19" fmla="*/ 1987549 h 3756024"/>
              <a:gd name="csX20" fmla="*/ 1612582 w 5284931"/>
              <a:gd name="csY20" fmla="*/ 2128714 h 3756024"/>
              <a:gd name="csX21" fmla="*/ 1612582 w 5284931"/>
              <a:gd name="csY21" fmla="*/ 3614859 h 3756024"/>
              <a:gd name="csX22" fmla="*/ 1471417 w 5284931"/>
              <a:gd name="csY22" fmla="*/ 3756024 h 3756024"/>
              <a:gd name="csX23" fmla="*/ 141165 w 5284931"/>
              <a:gd name="csY23" fmla="*/ 3756024 h 3756024"/>
              <a:gd name="csX24" fmla="*/ 0 w 5284931"/>
              <a:gd name="csY24" fmla="*/ 3614859 h 3756024"/>
              <a:gd name="csX25" fmla="*/ 0 w 5284931"/>
              <a:gd name="csY25" fmla="*/ 2128714 h 3756024"/>
              <a:gd name="csX26" fmla="*/ 141165 w 5284931"/>
              <a:gd name="csY26" fmla="*/ 1987549 h 3756024"/>
              <a:gd name="csX27" fmla="*/ 1977342 w 5284931"/>
              <a:gd name="csY27" fmla="*/ 0 h 3756024"/>
              <a:gd name="csX28" fmla="*/ 3307591 w 5284931"/>
              <a:gd name="csY28" fmla="*/ 0 h 3756024"/>
              <a:gd name="csX29" fmla="*/ 3448756 w 5284931"/>
              <a:gd name="csY29" fmla="*/ 141165 h 3756024"/>
              <a:gd name="csX30" fmla="*/ 3448756 w 5284931"/>
              <a:gd name="csY30" fmla="*/ 1627310 h 3756024"/>
              <a:gd name="csX31" fmla="*/ 3307591 w 5284931"/>
              <a:gd name="csY31" fmla="*/ 1768474 h 3756024"/>
              <a:gd name="csX32" fmla="*/ 1977342 w 5284931"/>
              <a:gd name="csY32" fmla="*/ 1768474 h 3756024"/>
              <a:gd name="csX33" fmla="*/ 1836177 w 5284931"/>
              <a:gd name="csY33" fmla="*/ 1627310 h 3756024"/>
              <a:gd name="csX34" fmla="*/ 1836177 w 5284931"/>
              <a:gd name="csY34" fmla="*/ 141165 h 3756024"/>
              <a:gd name="csX35" fmla="*/ 1977342 w 5284931"/>
              <a:gd name="csY35" fmla="*/ 0 h 3756024"/>
              <a:gd name="csX36" fmla="*/ 141166 w 5284931"/>
              <a:gd name="csY36" fmla="*/ 0 h 3756024"/>
              <a:gd name="csX37" fmla="*/ 1471419 w 5284931"/>
              <a:gd name="csY37" fmla="*/ 0 h 3756024"/>
              <a:gd name="csX38" fmla="*/ 1612583 w 5284931"/>
              <a:gd name="csY38" fmla="*/ 141165 h 3756024"/>
              <a:gd name="csX39" fmla="*/ 1612583 w 5284931"/>
              <a:gd name="csY39" fmla="*/ 1627310 h 3756024"/>
              <a:gd name="csX40" fmla="*/ 1471419 w 5284931"/>
              <a:gd name="csY40" fmla="*/ 1768474 h 3756024"/>
              <a:gd name="csX41" fmla="*/ 141166 w 5284931"/>
              <a:gd name="csY41" fmla="*/ 1768474 h 3756024"/>
              <a:gd name="csX42" fmla="*/ 1 w 5284931"/>
              <a:gd name="csY42" fmla="*/ 1627310 h 3756024"/>
              <a:gd name="csX43" fmla="*/ 1 w 5284931"/>
              <a:gd name="csY43" fmla="*/ 141165 h 3756024"/>
              <a:gd name="csX44" fmla="*/ 141166 w 5284931"/>
              <a:gd name="csY44" fmla="*/ 0 h 375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284931" h="3756024">
                <a:moveTo>
                  <a:pt x="3813514" y="1987549"/>
                </a:moveTo>
                <a:lnTo>
                  <a:pt x="5143766" y="1987549"/>
                </a:lnTo>
                <a:cubicBezTo>
                  <a:pt x="5221729" y="1987549"/>
                  <a:pt x="5284931" y="2050751"/>
                  <a:pt x="5284931" y="2128714"/>
                </a:cubicBezTo>
                <a:lnTo>
                  <a:pt x="5284931" y="3614859"/>
                </a:lnTo>
                <a:cubicBezTo>
                  <a:pt x="5284931" y="3692822"/>
                  <a:pt x="5221729" y="3756024"/>
                  <a:pt x="5143766" y="3756024"/>
                </a:cubicBezTo>
                <a:lnTo>
                  <a:pt x="3813514" y="3756024"/>
                </a:lnTo>
                <a:cubicBezTo>
                  <a:pt x="3735551" y="3756024"/>
                  <a:pt x="3672349" y="3692822"/>
                  <a:pt x="3672349" y="3614859"/>
                </a:cubicBezTo>
                <a:lnTo>
                  <a:pt x="3672349" y="2128714"/>
                </a:lnTo>
                <a:cubicBezTo>
                  <a:pt x="3672349" y="2050751"/>
                  <a:pt x="3735551" y="1987549"/>
                  <a:pt x="3813514" y="1987549"/>
                </a:cubicBezTo>
                <a:close/>
                <a:moveTo>
                  <a:pt x="1977340" y="1987549"/>
                </a:moveTo>
                <a:lnTo>
                  <a:pt x="3307591" y="1987549"/>
                </a:lnTo>
                <a:cubicBezTo>
                  <a:pt x="3385554" y="1987549"/>
                  <a:pt x="3448756" y="2050751"/>
                  <a:pt x="3448756" y="2128714"/>
                </a:cubicBezTo>
                <a:lnTo>
                  <a:pt x="3448756" y="3614859"/>
                </a:lnTo>
                <a:cubicBezTo>
                  <a:pt x="3448756" y="3692822"/>
                  <a:pt x="3385554" y="3756024"/>
                  <a:pt x="3307591" y="3756024"/>
                </a:cubicBezTo>
                <a:lnTo>
                  <a:pt x="1977340" y="3756024"/>
                </a:lnTo>
                <a:cubicBezTo>
                  <a:pt x="1899378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8" y="1987549"/>
                  <a:pt x="1977340" y="1987549"/>
                </a:cubicBezTo>
                <a:close/>
                <a:moveTo>
                  <a:pt x="141165" y="1987549"/>
                </a:moveTo>
                <a:lnTo>
                  <a:pt x="1471417" y="1987549"/>
                </a:lnTo>
                <a:cubicBezTo>
                  <a:pt x="1549380" y="1987549"/>
                  <a:pt x="1612582" y="2050751"/>
                  <a:pt x="1612582" y="2128714"/>
                </a:cubicBezTo>
                <a:lnTo>
                  <a:pt x="1612582" y="3614859"/>
                </a:lnTo>
                <a:cubicBezTo>
                  <a:pt x="1612582" y="3692822"/>
                  <a:pt x="1549380" y="3756024"/>
                  <a:pt x="1471417" y="3756024"/>
                </a:cubicBezTo>
                <a:lnTo>
                  <a:pt x="141165" y="3756024"/>
                </a:lnTo>
                <a:cubicBezTo>
                  <a:pt x="63202" y="3756024"/>
                  <a:pt x="0" y="3692822"/>
                  <a:pt x="0" y="3614859"/>
                </a:cubicBezTo>
                <a:lnTo>
                  <a:pt x="0" y="2128714"/>
                </a:lnTo>
                <a:cubicBezTo>
                  <a:pt x="0" y="2050751"/>
                  <a:pt x="63202" y="1987549"/>
                  <a:pt x="141165" y="1987549"/>
                </a:cubicBezTo>
                <a:close/>
                <a:moveTo>
                  <a:pt x="1977342" y="0"/>
                </a:moveTo>
                <a:lnTo>
                  <a:pt x="3307591" y="0"/>
                </a:lnTo>
                <a:cubicBezTo>
                  <a:pt x="3385554" y="0"/>
                  <a:pt x="3448756" y="63202"/>
                  <a:pt x="3448756" y="141165"/>
                </a:cubicBezTo>
                <a:lnTo>
                  <a:pt x="3448756" y="1627310"/>
                </a:lnTo>
                <a:cubicBezTo>
                  <a:pt x="3448756" y="1705273"/>
                  <a:pt x="3385554" y="1768474"/>
                  <a:pt x="3307591" y="1768474"/>
                </a:cubicBezTo>
                <a:lnTo>
                  <a:pt x="1977342" y="1768474"/>
                </a:lnTo>
                <a:cubicBezTo>
                  <a:pt x="1899379" y="1768474"/>
                  <a:pt x="1836177" y="1705273"/>
                  <a:pt x="1836177" y="1627310"/>
                </a:cubicBezTo>
                <a:lnTo>
                  <a:pt x="1836177" y="141165"/>
                </a:lnTo>
                <a:cubicBezTo>
                  <a:pt x="1836177" y="63202"/>
                  <a:pt x="1899379" y="0"/>
                  <a:pt x="1977342" y="0"/>
                </a:cubicBezTo>
                <a:close/>
                <a:moveTo>
                  <a:pt x="141166" y="0"/>
                </a:moveTo>
                <a:lnTo>
                  <a:pt x="1471419" y="0"/>
                </a:lnTo>
                <a:cubicBezTo>
                  <a:pt x="1549382" y="0"/>
                  <a:pt x="1612583" y="63202"/>
                  <a:pt x="1612583" y="141165"/>
                </a:cubicBezTo>
                <a:lnTo>
                  <a:pt x="1612583" y="1627310"/>
                </a:lnTo>
                <a:cubicBezTo>
                  <a:pt x="1612583" y="1705273"/>
                  <a:pt x="1549382" y="1768474"/>
                  <a:pt x="1471419" y="1768474"/>
                </a:cubicBezTo>
                <a:lnTo>
                  <a:pt x="141166" y="1768474"/>
                </a:lnTo>
                <a:cubicBezTo>
                  <a:pt x="63203" y="1768474"/>
                  <a:pt x="1" y="1705273"/>
                  <a:pt x="1" y="1627310"/>
                </a:cubicBezTo>
                <a:lnTo>
                  <a:pt x="1" y="141165"/>
                </a:lnTo>
                <a:cubicBezTo>
                  <a:pt x="1" y="63202"/>
                  <a:pt x="63203" y="0"/>
                  <a:pt x="141166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5868000" tIns="360000" rIns="3996000">
            <a:noAutofit/>
          </a:bodyPr>
          <a:lstStyle>
            <a:lvl1pPr marL="0" indent="0" algn="ctr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7" name="topp høyre">
            <a:extLst>
              <a:ext uri="{FF2B5EF4-FFF2-40B4-BE49-F238E27FC236}">
                <a16:creationId xmlns:a16="http://schemas.microsoft.com/office/drawing/2014/main" id="{1C535C53-E3BE-2E2D-CFF4-8BD69EC24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868525" y="368300"/>
            <a:ext cx="5284932" cy="3756024"/>
          </a:xfrm>
          <a:custGeom>
            <a:avLst/>
            <a:gdLst>
              <a:gd name="csX0" fmla="*/ 3813515 w 5284932"/>
              <a:gd name="csY0" fmla="*/ 1987549 h 3756024"/>
              <a:gd name="csX1" fmla="*/ 5143767 w 5284932"/>
              <a:gd name="csY1" fmla="*/ 1987549 h 3756024"/>
              <a:gd name="csX2" fmla="*/ 5284932 w 5284932"/>
              <a:gd name="csY2" fmla="*/ 2128714 h 3756024"/>
              <a:gd name="csX3" fmla="*/ 5284932 w 5284932"/>
              <a:gd name="csY3" fmla="*/ 3614859 h 3756024"/>
              <a:gd name="csX4" fmla="*/ 5143767 w 5284932"/>
              <a:gd name="csY4" fmla="*/ 3756024 h 3756024"/>
              <a:gd name="csX5" fmla="*/ 3813515 w 5284932"/>
              <a:gd name="csY5" fmla="*/ 3756024 h 3756024"/>
              <a:gd name="csX6" fmla="*/ 3672350 w 5284932"/>
              <a:gd name="csY6" fmla="*/ 3614859 h 3756024"/>
              <a:gd name="csX7" fmla="*/ 3672350 w 5284932"/>
              <a:gd name="csY7" fmla="*/ 2128714 h 3756024"/>
              <a:gd name="csX8" fmla="*/ 3813515 w 5284932"/>
              <a:gd name="csY8" fmla="*/ 1987549 h 3756024"/>
              <a:gd name="csX9" fmla="*/ 1977340 w 5284932"/>
              <a:gd name="csY9" fmla="*/ 1987549 h 3756024"/>
              <a:gd name="csX10" fmla="*/ 3307592 w 5284932"/>
              <a:gd name="csY10" fmla="*/ 1987549 h 3756024"/>
              <a:gd name="csX11" fmla="*/ 3448757 w 5284932"/>
              <a:gd name="csY11" fmla="*/ 2128714 h 3756024"/>
              <a:gd name="csX12" fmla="*/ 3448757 w 5284932"/>
              <a:gd name="csY12" fmla="*/ 3614859 h 3756024"/>
              <a:gd name="csX13" fmla="*/ 3307592 w 5284932"/>
              <a:gd name="csY13" fmla="*/ 3756024 h 3756024"/>
              <a:gd name="csX14" fmla="*/ 1977340 w 5284932"/>
              <a:gd name="csY14" fmla="*/ 3756024 h 3756024"/>
              <a:gd name="csX15" fmla="*/ 1836175 w 5284932"/>
              <a:gd name="csY15" fmla="*/ 3614859 h 3756024"/>
              <a:gd name="csX16" fmla="*/ 1836175 w 5284932"/>
              <a:gd name="csY16" fmla="*/ 2128714 h 3756024"/>
              <a:gd name="csX17" fmla="*/ 1977340 w 5284932"/>
              <a:gd name="csY17" fmla="*/ 1987549 h 3756024"/>
              <a:gd name="csX18" fmla="*/ 3813515 w 5284932"/>
              <a:gd name="csY18" fmla="*/ 0 h 3756024"/>
              <a:gd name="csX19" fmla="*/ 5143767 w 5284932"/>
              <a:gd name="csY19" fmla="*/ 0 h 3756024"/>
              <a:gd name="csX20" fmla="*/ 5284932 w 5284932"/>
              <a:gd name="csY20" fmla="*/ 141165 h 3756024"/>
              <a:gd name="csX21" fmla="*/ 5284932 w 5284932"/>
              <a:gd name="csY21" fmla="*/ 1627310 h 3756024"/>
              <a:gd name="csX22" fmla="*/ 5143767 w 5284932"/>
              <a:gd name="csY22" fmla="*/ 1768474 h 3756024"/>
              <a:gd name="csX23" fmla="*/ 3813515 w 5284932"/>
              <a:gd name="csY23" fmla="*/ 1768474 h 3756024"/>
              <a:gd name="csX24" fmla="*/ 3672350 w 5284932"/>
              <a:gd name="csY24" fmla="*/ 1627310 h 3756024"/>
              <a:gd name="csX25" fmla="*/ 3672350 w 5284932"/>
              <a:gd name="csY25" fmla="*/ 141165 h 3756024"/>
              <a:gd name="csX26" fmla="*/ 3813515 w 5284932"/>
              <a:gd name="csY26" fmla="*/ 0 h 3756024"/>
              <a:gd name="csX27" fmla="*/ 1977340 w 5284932"/>
              <a:gd name="csY27" fmla="*/ 0 h 3756024"/>
              <a:gd name="csX28" fmla="*/ 3307592 w 5284932"/>
              <a:gd name="csY28" fmla="*/ 0 h 3756024"/>
              <a:gd name="csX29" fmla="*/ 3448757 w 5284932"/>
              <a:gd name="csY29" fmla="*/ 141165 h 3756024"/>
              <a:gd name="csX30" fmla="*/ 3448757 w 5284932"/>
              <a:gd name="csY30" fmla="*/ 1627310 h 3756024"/>
              <a:gd name="csX31" fmla="*/ 3307592 w 5284932"/>
              <a:gd name="csY31" fmla="*/ 1768474 h 3756024"/>
              <a:gd name="csX32" fmla="*/ 1977340 w 5284932"/>
              <a:gd name="csY32" fmla="*/ 1768474 h 3756024"/>
              <a:gd name="csX33" fmla="*/ 1836175 w 5284932"/>
              <a:gd name="csY33" fmla="*/ 1627310 h 3756024"/>
              <a:gd name="csX34" fmla="*/ 1836175 w 5284932"/>
              <a:gd name="csY34" fmla="*/ 141165 h 3756024"/>
              <a:gd name="csX35" fmla="*/ 1977340 w 5284932"/>
              <a:gd name="csY35" fmla="*/ 0 h 3756024"/>
              <a:gd name="csX36" fmla="*/ 141165 w 5284932"/>
              <a:gd name="csY36" fmla="*/ 0 h 3756024"/>
              <a:gd name="csX37" fmla="*/ 1471417 w 5284932"/>
              <a:gd name="csY37" fmla="*/ 0 h 3756024"/>
              <a:gd name="csX38" fmla="*/ 1612582 w 5284932"/>
              <a:gd name="csY38" fmla="*/ 141165 h 3756024"/>
              <a:gd name="csX39" fmla="*/ 1612582 w 5284932"/>
              <a:gd name="csY39" fmla="*/ 1627310 h 3756024"/>
              <a:gd name="csX40" fmla="*/ 1471417 w 5284932"/>
              <a:gd name="csY40" fmla="*/ 1768474 h 3756024"/>
              <a:gd name="csX41" fmla="*/ 141165 w 5284932"/>
              <a:gd name="csY41" fmla="*/ 1768474 h 3756024"/>
              <a:gd name="csX42" fmla="*/ 0 w 5284932"/>
              <a:gd name="csY42" fmla="*/ 1627310 h 3756024"/>
              <a:gd name="csX43" fmla="*/ 0 w 5284932"/>
              <a:gd name="csY43" fmla="*/ 141165 h 3756024"/>
              <a:gd name="csX44" fmla="*/ 141165 w 5284932"/>
              <a:gd name="csY44" fmla="*/ 0 h 375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284932" h="3756024">
                <a:moveTo>
                  <a:pt x="3813515" y="1987549"/>
                </a:moveTo>
                <a:lnTo>
                  <a:pt x="5143767" y="1987549"/>
                </a:lnTo>
                <a:cubicBezTo>
                  <a:pt x="5221730" y="1987549"/>
                  <a:pt x="5284932" y="2050751"/>
                  <a:pt x="5284932" y="2128714"/>
                </a:cubicBezTo>
                <a:lnTo>
                  <a:pt x="5284932" y="3614859"/>
                </a:lnTo>
                <a:cubicBezTo>
                  <a:pt x="5284932" y="3692822"/>
                  <a:pt x="5221730" y="3756024"/>
                  <a:pt x="5143767" y="3756024"/>
                </a:cubicBezTo>
                <a:lnTo>
                  <a:pt x="3813515" y="3756024"/>
                </a:lnTo>
                <a:cubicBezTo>
                  <a:pt x="3735552" y="3756024"/>
                  <a:pt x="3672350" y="3692822"/>
                  <a:pt x="3672350" y="3614859"/>
                </a:cubicBezTo>
                <a:lnTo>
                  <a:pt x="3672350" y="2128714"/>
                </a:lnTo>
                <a:cubicBezTo>
                  <a:pt x="3672350" y="2050751"/>
                  <a:pt x="3735552" y="1987549"/>
                  <a:pt x="3813515" y="1987549"/>
                </a:cubicBezTo>
                <a:close/>
                <a:moveTo>
                  <a:pt x="1977340" y="1987549"/>
                </a:moveTo>
                <a:lnTo>
                  <a:pt x="3307592" y="1987549"/>
                </a:lnTo>
                <a:cubicBezTo>
                  <a:pt x="3385555" y="1987549"/>
                  <a:pt x="3448757" y="2050751"/>
                  <a:pt x="3448757" y="2128714"/>
                </a:cubicBezTo>
                <a:lnTo>
                  <a:pt x="3448757" y="3614859"/>
                </a:lnTo>
                <a:cubicBezTo>
                  <a:pt x="3448757" y="3692822"/>
                  <a:pt x="3385555" y="3756024"/>
                  <a:pt x="3307592" y="3756024"/>
                </a:cubicBezTo>
                <a:lnTo>
                  <a:pt x="1977340" y="3756024"/>
                </a:lnTo>
                <a:cubicBezTo>
                  <a:pt x="1899377" y="3756024"/>
                  <a:pt x="1836175" y="3692822"/>
                  <a:pt x="1836175" y="3614859"/>
                </a:cubicBezTo>
                <a:lnTo>
                  <a:pt x="1836175" y="2128714"/>
                </a:lnTo>
                <a:cubicBezTo>
                  <a:pt x="1836175" y="2050751"/>
                  <a:pt x="1899377" y="1987549"/>
                  <a:pt x="1977340" y="1987549"/>
                </a:cubicBezTo>
                <a:close/>
                <a:moveTo>
                  <a:pt x="3813515" y="0"/>
                </a:moveTo>
                <a:lnTo>
                  <a:pt x="5143767" y="0"/>
                </a:lnTo>
                <a:cubicBezTo>
                  <a:pt x="5221730" y="0"/>
                  <a:pt x="5284932" y="63202"/>
                  <a:pt x="5284932" y="141165"/>
                </a:cubicBezTo>
                <a:lnTo>
                  <a:pt x="5284932" y="1627310"/>
                </a:lnTo>
                <a:cubicBezTo>
                  <a:pt x="5284932" y="1705273"/>
                  <a:pt x="5221730" y="1768474"/>
                  <a:pt x="5143767" y="1768474"/>
                </a:cubicBezTo>
                <a:lnTo>
                  <a:pt x="3813515" y="1768474"/>
                </a:lnTo>
                <a:cubicBezTo>
                  <a:pt x="3735552" y="1768474"/>
                  <a:pt x="3672350" y="1705273"/>
                  <a:pt x="3672350" y="1627310"/>
                </a:cubicBezTo>
                <a:lnTo>
                  <a:pt x="3672350" y="141165"/>
                </a:lnTo>
                <a:cubicBezTo>
                  <a:pt x="3672350" y="63202"/>
                  <a:pt x="3735552" y="0"/>
                  <a:pt x="3813515" y="0"/>
                </a:cubicBezTo>
                <a:close/>
                <a:moveTo>
                  <a:pt x="1977340" y="0"/>
                </a:moveTo>
                <a:lnTo>
                  <a:pt x="3307592" y="0"/>
                </a:lnTo>
                <a:cubicBezTo>
                  <a:pt x="3385555" y="0"/>
                  <a:pt x="3448757" y="63202"/>
                  <a:pt x="3448757" y="141165"/>
                </a:cubicBezTo>
                <a:lnTo>
                  <a:pt x="3448757" y="1627310"/>
                </a:lnTo>
                <a:cubicBezTo>
                  <a:pt x="3448757" y="1705273"/>
                  <a:pt x="3385555" y="1768474"/>
                  <a:pt x="3307592" y="1768474"/>
                </a:cubicBezTo>
                <a:lnTo>
                  <a:pt x="1977340" y="1768474"/>
                </a:lnTo>
                <a:cubicBezTo>
                  <a:pt x="1899377" y="1768474"/>
                  <a:pt x="1836175" y="1705273"/>
                  <a:pt x="1836175" y="1627310"/>
                </a:cubicBezTo>
                <a:lnTo>
                  <a:pt x="1836175" y="141165"/>
                </a:lnTo>
                <a:cubicBezTo>
                  <a:pt x="1836175" y="63202"/>
                  <a:pt x="1899377" y="0"/>
                  <a:pt x="1977340" y="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4"/>
                  <a:pt x="1471417" y="1768474"/>
                </a:cubicBezTo>
                <a:lnTo>
                  <a:pt x="141165" y="1768474"/>
                </a:lnTo>
                <a:cubicBezTo>
                  <a:pt x="63202" y="1768474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2160000" tIns="36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47" name="Bunn venstre">
            <a:extLst>
              <a:ext uri="{FF2B5EF4-FFF2-40B4-BE49-F238E27FC236}">
                <a16:creationId xmlns:a16="http://schemas.microsoft.com/office/drawing/2014/main" id="{46C71AD4-E412-7E6E-654C-16E87537A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60002" y="2355850"/>
            <a:ext cx="3448756" cy="3756025"/>
          </a:xfrm>
          <a:custGeom>
            <a:avLst/>
            <a:gdLst>
              <a:gd name="csX0" fmla="*/ 1977339 w 3448756"/>
              <a:gd name="csY0" fmla="*/ 1987550 h 3756025"/>
              <a:gd name="csX1" fmla="*/ 3307591 w 3448756"/>
              <a:gd name="csY1" fmla="*/ 1987550 h 3756025"/>
              <a:gd name="csX2" fmla="*/ 3448756 w 3448756"/>
              <a:gd name="csY2" fmla="*/ 2128715 h 3756025"/>
              <a:gd name="csX3" fmla="*/ 3448756 w 3448756"/>
              <a:gd name="csY3" fmla="*/ 3614860 h 3756025"/>
              <a:gd name="csX4" fmla="*/ 3307591 w 3448756"/>
              <a:gd name="csY4" fmla="*/ 3756025 h 3756025"/>
              <a:gd name="csX5" fmla="*/ 1977339 w 3448756"/>
              <a:gd name="csY5" fmla="*/ 3756025 h 3756025"/>
              <a:gd name="csX6" fmla="*/ 1836174 w 3448756"/>
              <a:gd name="csY6" fmla="*/ 3614860 h 3756025"/>
              <a:gd name="csX7" fmla="*/ 1836174 w 3448756"/>
              <a:gd name="csY7" fmla="*/ 2128715 h 3756025"/>
              <a:gd name="csX8" fmla="*/ 1977339 w 3448756"/>
              <a:gd name="csY8" fmla="*/ 1987550 h 3756025"/>
              <a:gd name="csX9" fmla="*/ 141167 w 3448756"/>
              <a:gd name="csY9" fmla="*/ 1987550 h 3756025"/>
              <a:gd name="csX10" fmla="*/ 1471419 w 3448756"/>
              <a:gd name="csY10" fmla="*/ 1987550 h 3756025"/>
              <a:gd name="csX11" fmla="*/ 1612583 w 3448756"/>
              <a:gd name="csY11" fmla="*/ 2128715 h 3756025"/>
              <a:gd name="csX12" fmla="*/ 1612583 w 3448756"/>
              <a:gd name="csY12" fmla="*/ 3614860 h 3756025"/>
              <a:gd name="csX13" fmla="*/ 1471419 w 3448756"/>
              <a:gd name="csY13" fmla="*/ 3756025 h 3756025"/>
              <a:gd name="csX14" fmla="*/ 141167 w 3448756"/>
              <a:gd name="csY14" fmla="*/ 3756025 h 3756025"/>
              <a:gd name="csX15" fmla="*/ 2 w 3448756"/>
              <a:gd name="csY15" fmla="*/ 3614860 h 3756025"/>
              <a:gd name="csX16" fmla="*/ 2 w 3448756"/>
              <a:gd name="csY16" fmla="*/ 2128715 h 3756025"/>
              <a:gd name="csX17" fmla="*/ 141167 w 3448756"/>
              <a:gd name="csY17" fmla="*/ 1987550 h 3756025"/>
              <a:gd name="csX18" fmla="*/ 141165 w 3448756"/>
              <a:gd name="csY18" fmla="*/ 0 h 3756025"/>
              <a:gd name="csX19" fmla="*/ 1471417 w 3448756"/>
              <a:gd name="csY19" fmla="*/ 0 h 3756025"/>
              <a:gd name="csX20" fmla="*/ 1612582 w 3448756"/>
              <a:gd name="csY20" fmla="*/ 141165 h 3756025"/>
              <a:gd name="csX21" fmla="*/ 1612582 w 3448756"/>
              <a:gd name="csY21" fmla="*/ 1627310 h 3756025"/>
              <a:gd name="csX22" fmla="*/ 1471417 w 3448756"/>
              <a:gd name="csY22" fmla="*/ 1768475 h 3756025"/>
              <a:gd name="csX23" fmla="*/ 141165 w 3448756"/>
              <a:gd name="csY23" fmla="*/ 1768475 h 3756025"/>
              <a:gd name="csX24" fmla="*/ 0 w 3448756"/>
              <a:gd name="csY24" fmla="*/ 1627310 h 3756025"/>
              <a:gd name="csX25" fmla="*/ 0 w 3448756"/>
              <a:gd name="csY25" fmla="*/ 141165 h 3756025"/>
              <a:gd name="csX26" fmla="*/ 141165 w 3448756"/>
              <a:gd name="csY26" fmla="*/ 0 h 3756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48756" h="3756025">
                <a:moveTo>
                  <a:pt x="1977339" y="1987550"/>
                </a:moveTo>
                <a:lnTo>
                  <a:pt x="3307591" y="1987550"/>
                </a:lnTo>
                <a:cubicBezTo>
                  <a:pt x="3385554" y="1987550"/>
                  <a:pt x="3448756" y="2050752"/>
                  <a:pt x="3448756" y="2128715"/>
                </a:cubicBezTo>
                <a:lnTo>
                  <a:pt x="3448756" y="3614860"/>
                </a:lnTo>
                <a:cubicBezTo>
                  <a:pt x="3448756" y="3692823"/>
                  <a:pt x="3385554" y="3756025"/>
                  <a:pt x="3307591" y="3756025"/>
                </a:cubicBezTo>
                <a:lnTo>
                  <a:pt x="1977339" y="3756025"/>
                </a:lnTo>
                <a:cubicBezTo>
                  <a:pt x="1899376" y="3756025"/>
                  <a:pt x="1836174" y="3692823"/>
                  <a:pt x="1836174" y="3614860"/>
                </a:cubicBezTo>
                <a:lnTo>
                  <a:pt x="1836174" y="2128715"/>
                </a:lnTo>
                <a:cubicBezTo>
                  <a:pt x="1836174" y="2050752"/>
                  <a:pt x="1899376" y="1987550"/>
                  <a:pt x="1977339" y="1987550"/>
                </a:cubicBezTo>
                <a:close/>
                <a:moveTo>
                  <a:pt x="141167" y="1987550"/>
                </a:moveTo>
                <a:lnTo>
                  <a:pt x="1471419" y="1987550"/>
                </a:lnTo>
                <a:cubicBezTo>
                  <a:pt x="1549381" y="1987550"/>
                  <a:pt x="1612583" y="2050752"/>
                  <a:pt x="1612583" y="2128715"/>
                </a:cubicBezTo>
                <a:lnTo>
                  <a:pt x="1612583" y="3614860"/>
                </a:lnTo>
                <a:cubicBezTo>
                  <a:pt x="1612583" y="3692823"/>
                  <a:pt x="1549381" y="3756025"/>
                  <a:pt x="1471419" y="3756025"/>
                </a:cubicBezTo>
                <a:lnTo>
                  <a:pt x="141167" y="3756025"/>
                </a:lnTo>
                <a:cubicBezTo>
                  <a:pt x="63204" y="3756025"/>
                  <a:pt x="2" y="3692823"/>
                  <a:pt x="2" y="3614860"/>
                </a:cubicBezTo>
                <a:lnTo>
                  <a:pt x="2" y="2128715"/>
                </a:lnTo>
                <a:cubicBezTo>
                  <a:pt x="2" y="2050752"/>
                  <a:pt x="63204" y="1987550"/>
                  <a:pt x="141167" y="198755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5"/>
                  <a:pt x="1471417" y="1768475"/>
                </a:cubicBezTo>
                <a:lnTo>
                  <a:pt x="141165" y="1768475"/>
                </a:lnTo>
                <a:cubicBezTo>
                  <a:pt x="63202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51" name="Bunn midt">
            <a:extLst>
              <a:ext uri="{FF2B5EF4-FFF2-40B4-BE49-F238E27FC236}">
                <a16:creationId xmlns:a16="http://schemas.microsoft.com/office/drawing/2014/main" id="{4347C32A-DF2E-7580-AD27-99CCCA41B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032352" y="4343400"/>
            <a:ext cx="3448756" cy="1768475"/>
          </a:xfrm>
          <a:custGeom>
            <a:avLst/>
            <a:gdLst>
              <a:gd name="csX0" fmla="*/ 1977339 w 3448756"/>
              <a:gd name="csY0" fmla="*/ 0 h 1768475"/>
              <a:gd name="csX1" fmla="*/ 3307591 w 3448756"/>
              <a:gd name="csY1" fmla="*/ 0 h 1768475"/>
              <a:gd name="csX2" fmla="*/ 3448756 w 3448756"/>
              <a:gd name="csY2" fmla="*/ 141165 h 1768475"/>
              <a:gd name="csX3" fmla="*/ 3448756 w 3448756"/>
              <a:gd name="csY3" fmla="*/ 1627310 h 1768475"/>
              <a:gd name="csX4" fmla="*/ 3307591 w 3448756"/>
              <a:gd name="csY4" fmla="*/ 1768475 h 1768475"/>
              <a:gd name="csX5" fmla="*/ 1977339 w 3448756"/>
              <a:gd name="csY5" fmla="*/ 1768475 h 1768475"/>
              <a:gd name="csX6" fmla="*/ 1836174 w 3448756"/>
              <a:gd name="csY6" fmla="*/ 1627310 h 1768475"/>
              <a:gd name="csX7" fmla="*/ 1836174 w 3448756"/>
              <a:gd name="csY7" fmla="*/ 141165 h 1768475"/>
              <a:gd name="csX8" fmla="*/ 1977339 w 3448756"/>
              <a:gd name="csY8" fmla="*/ 0 h 1768475"/>
              <a:gd name="csX9" fmla="*/ 141164 w 3448756"/>
              <a:gd name="csY9" fmla="*/ 0 h 1768475"/>
              <a:gd name="csX10" fmla="*/ 1471416 w 3448756"/>
              <a:gd name="csY10" fmla="*/ 0 h 1768475"/>
              <a:gd name="csX11" fmla="*/ 1612581 w 3448756"/>
              <a:gd name="csY11" fmla="*/ 141165 h 1768475"/>
              <a:gd name="csX12" fmla="*/ 1612581 w 3448756"/>
              <a:gd name="csY12" fmla="*/ 1627310 h 1768475"/>
              <a:gd name="csX13" fmla="*/ 1471416 w 3448756"/>
              <a:gd name="csY13" fmla="*/ 1768475 h 1768475"/>
              <a:gd name="csX14" fmla="*/ 141164 w 3448756"/>
              <a:gd name="csY14" fmla="*/ 1768475 h 1768475"/>
              <a:gd name="csX15" fmla="*/ 0 w 3448756"/>
              <a:gd name="csY15" fmla="*/ 1627310 h 1768475"/>
              <a:gd name="csX16" fmla="*/ 0 w 3448756"/>
              <a:gd name="csY16" fmla="*/ 141165 h 1768475"/>
              <a:gd name="csX17" fmla="*/ 141164 w 3448756"/>
              <a:gd name="csY17" fmla="*/ 0 h 1768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448756" h="1768475">
                <a:moveTo>
                  <a:pt x="1977339" y="0"/>
                </a:moveTo>
                <a:lnTo>
                  <a:pt x="3307591" y="0"/>
                </a:lnTo>
                <a:cubicBezTo>
                  <a:pt x="3385554" y="0"/>
                  <a:pt x="3448756" y="63202"/>
                  <a:pt x="3448756" y="141165"/>
                </a:cubicBezTo>
                <a:lnTo>
                  <a:pt x="3448756" y="1627310"/>
                </a:lnTo>
                <a:cubicBezTo>
                  <a:pt x="3448756" y="1705273"/>
                  <a:pt x="3385554" y="1768475"/>
                  <a:pt x="3307591" y="1768475"/>
                </a:cubicBezTo>
                <a:lnTo>
                  <a:pt x="1977339" y="1768475"/>
                </a:lnTo>
                <a:cubicBezTo>
                  <a:pt x="1899376" y="1768475"/>
                  <a:pt x="1836174" y="1705273"/>
                  <a:pt x="1836174" y="1627310"/>
                </a:cubicBezTo>
                <a:lnTo>
                  <a:pt x="1836174" y="141165"/>
                </a:lnTo>
                <a:cubicBezTo>
                  <a:pt x="1836174" y="63202"/>
                  <a:pt x="1899376" y="0"/>
                  <a:pt x="1977339" y="0"/>
                </a:cubicBezTo>
                <a:close/>
                <a:moveTo>
                  <a:pt x="141164" y="0"/>
                </a:moveTo>
                <a:lnTo>
                  <a:pt x="1471416" y="0"/>
                </a:lnTo>
                <a:cubicBezTo>
                  <a:pt x="1549379" y="0"/>
                  <a:pt x="1612581" y="63202"/>
                  <a:pt x="1612581" y="141165"/>
                </a:cubicBezTo>
                <a:lnTo>
                  <a:pt x="1612581" y="1627310"/>
                </a:lnTo>
                <a:cubicBezTo>
                  <a:pt x="1612581" y="1705273"/>
                  <a:pt x="1549379" y="1768475"/>
                  <a:pt x="1471416" y="1768475"/>
                </a:cubicBezTo>
                <a:lnTo>
                  <a:pt x="141164" y="1768475"/>
                </a:lnTo>
                <a:cubicBezTo>
                  <a:pt x="63201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1" y="0"/>
                  <a:pt x="14116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22" name="Bunn høyre">
            <a:extLst>
              <a:ext uri="{FF2B5EF4-FFF2-40B4-BE49-F238E27FC236}">
                <a16:creationId xmlns:a16="http://schemas.microsoft.com/office/drawing/2014/main" id="{5B7B8BA0-E926-FBFD-1ACB-1AEB9FA5A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04701" y="4343400"/>
            <a:ext cx="3448757" cy="1768475"/>
          </a:xfrm>
          <a:custGeom>
            <a:avLst/>
            <a:gdLst>
              <a:gd name="csX0" fmla="*/ 1977340 w 3448757"/>
              <a:gd name="csY0" fmla="*/ 0 h 1768475"/>
              <a:gd name="csX1" fmla="*/ 3307592 w 3448757"/>
              <a:gd name="csY1" fmla="*/ 0 h 1768475"/>
              <a:gd name="csX2" fmla="*/ 3448757 w 3448757"/>
              <a:gd name="csY2" fmla="*/ 141165 h 1768475"/>
              <a:gd name="csX3" fmla="*/ 3448757 w 3448757"/>
              <a:gd name="csY3" fmla="*/ 1627310 h 1768475"/>
              <a:gd name="csX4" fmla="*/ 3307592 w 3448757"/>
              <a:gd name="csY4" fmla="*/ 1768475 h 1768475"/>
              <a:gd name="csX5" fmla="*/ 1977340 w 3448757"/>
              <a:gd name="csY5" fmla="*/ 1768475 h 1768475"/>
              <a:gd name="csX6" fmla="*/ 1836175 w 3448757"/>
              <a:gd name="csY6" fmla="*/ 1627310 h 1768475"/>
              <a:gd name="csX7" fmla="*/ 1836175 w 3448757"/>
              <a:gd name="csY7" fmla="*/ 141165 h 1768475"/>
              <a:gd name="csX8" fmla="*/ 1977340 w 3448757"/>
              <a:gd name="csY8" fmla="*/ 0 h 1768475"/>
              <a:gd name="csX9" fmla="*/ 141165 w 3448757"/>
              <a:gd name="csY9" fmla="*/ 0 h 1768475"/>
              <a:gd name="csX10" fmla="*/ 1471417 w 3448757"/>
              <a:gd name="csY10" fmla="*/ 0 h 1768475"/>
              <a:gd name="csX11" fmla="*/ 1612582 w 3448757"/>
              <a:gd name="csY11" fmla="*/ 141165 h 1768475"/>
              <a:gd name="csX12" fmla="*/ 1612582 w 3448757"/>
              <a:gd name="csY12" fmla="*/ 1627310 h 1768475"/>
              <a:gd name="csX13" fmla="*/ 1471417 w 3448757"/>
              <a:gd name="csY13" fmla="*/ 1768475 h 1768475"/>
              <a:gd name="csX14" fmla="*/ 141165 w 3448757"/>
              <a:gd name="csY14" fmla="*/ 1768475 h 1768475"/>
              <a:gd name="csX15" fmla="*/ 0 w 3448757"/>
              <a:gd name="csY15" fmla="*/ 1627310 h 1768475"/>
              <a:gd name="csX16" fmla="*/ 0 w 3448757"/>
              <a:gd name="csY16" fmla="*/ 141165 h 1768475"/>
              <a:gd name="csX17" fmla="*/ 141165 w 3448757"/>
              <a:gd name="csY17" fmla="*/ 0 h 1768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448757" h="1768475">
                <a:moveTo>
                  <a:pt x="1977340" y="0"/>
                </a:moveTo>
                <a:lnTo>
                  <a:pt x="3307592" y="0"/>
                </a:lnTo>
                <a:cubicBezTo>
                  <a:pt x="3385555" y="0"/>
                  <a:pt x="3448757" y="63202"/>
                  <a:pt x="3448757" y="141165"/>
                </a:cubicBezTo>
                <a:lnTo>
                  <a:pt x="3448757" y="1627310"/>
                </a:lnTo>
                <a:cubicBezTo>
                  <a:pt x="3448757" y="1705273"/>
                  <a:pt x="3385555" y="1768475"/>
                  <a:pt x="3307592" y="1768475"/>
                </a:cubicBezTo>
                <a:lnTo>
                  <a:pt x="1977340" y="1768475"/>
                </a:lnTo>
                <a:cubicBezTo>
                  <a:pt x="1899377" y="1768475"/>
                  <a:pt x="1836175" y="1705273"/>
                  <a:pt x="1836175" y="1627310"/>
                </a:cubicBezTo>
                <a:lnTo>
                  <a:pt x="1836175" y="141165"/>
                </a:lnTo>
                <a:cubicBezTo>
                  <a:pt x="1836175" y="63202"/>
                  <a:pt x="1899377" y="0"/>
                  <a:pt x="1977340" y="0"/>
                </a:cubicBezTo>
                <a:close/>
                <a:moveTo>
                  <a:pt x="141165" y="0"/>
                </a:moveTo>
                <a:lnTo>
                  <a:pt x="1471417" y="0"/>
                </a:lnTo>
                <a:cubicBezTo>
                  <a:pt x="1549380" y="0"/>
                  <a:pt x="1612582" y="63202"/>
                  <a:pt x="1612582" y="141165"/>
                </a:cubicBezTo>
                <a:lnTo>
                  <a:pt x="1612582" y="1627310"/>
                </a:lnTo>
                <a:cubicBezTo>
                  <a:pt x="1612582" y="1705273"/>
                  <a:pt x="1549380" y="1768475"/>
                  <a:pt x="1471417" y="1768475"/>
                </a:cubicBezTo>
                <a:lnTo>
                  <a:pt x="141165" y="1768475"/>
                </a:lnTo>
                <a:cubicBezTo>
                  <a:pt x="63202" y="1768475"/>
                  <a:pt x="0" y="1705273"/>
                  <a:pt x="0" y="1627310"/>
                </a:cubicBezTo>
                <a:lnTo>
                  <a:pt x="0" y="141165"/>
                </a:lnTo>
                <a:cubicBezTo>
                  <a:pt x="0" y="63202"/>
                  <a:pt x="63202" y="0"/>
                  <a:pt x="141165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180000" tIns="180000" rIns="2160000">
            <a:no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GB" noProof="0" dirty="0"/>
              <a:t>Click icon to change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62490A-D844-309C-3C72-2E970725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23C1655-088A-9D9F-7668-51C65238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 noProof="1"/>
              <a:t>Knowit Footer left margin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16F96E-4973-CA3F-ADFF-ADA26450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504A28-C1A1-28DD-77B1-DFC869713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5" name="Bilde 7">
              <a:extLst>
                <a:ext uri="{FF2B5EF4-FFF2-40B4-BE49-F238E27FC236}">
                  <a16:creationId xmlns:a16="http://schemas.microsoft.com/office/drawing/2014/main" id="{B7832430-62FF-9B9F-1292-25B87B3B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7" name="Avrundet rektangel 8">
              <a:extLst>
                <a:ext uri="{FF2B5EF4-FFF2-40B4-BE49-F238E27FC236}">
                  <a16:creationId xmlns:a16="http://schemas.microsoft.com/office/drawing/2014/main" id="{11B1D111-B9EE-687B-4E65-D62FBFE83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grpSp>
        <p:nvGrpSpPr>
          <p:cNvPr id="8" name="Colours">
            <a:extLst>
              <a:ext uri="{FF2B5EF4-FFF2-40B4-BE49-F238E27FC236}">
                <a16:creationId xmlns:a16="http://schemas.microsoft.com/office/drawing/2014/main" id="{46123B21-30E9-74F9-5D89-34AF85A4C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9" name="Avrundet rektangel 35">
              <a:extLst>
                <a:ext uri="{FF2B5EF4-FFF2-40B4-BE49-F238E27FC236}">
                  <a16:creationId xmlns:a16="http://schemas.microsoft.com/office/drawing/2014/main" id="{DE7ECC84-FBBF-5A07-A91B-A85947C8F1AC}"/>
                </a:ext>
              </a:extLst>
            </p:cNvPr>
            <p:cNvSpPr/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0" name="Avrundet rektangel 34">
              <a:extLst>
                <a:ext uri="{FF2B5EF4-FFF2-40B4-BE49-F238E27FC236}">
                  <a16:creationId xmlns:a16="http://schemas.microsoft.com/office/drawing/2014/main" id="{F11ADF00-695E-D2A7-5308-C41FD2081BBB}"/>
                </a:ext>
              </a:extLst>
            </p:cNvPr>
            <p:cNvSpPr/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3" name="Ellipse 32">
              <a:extLst>
                <a:ext uri="{FF2B5EF4-FFF2-40B4-BE49-F238E27FC236}">
                  <a16:creationId xmlns:a16="http://schemas.microsoft.com/office/drawing/2014/main" id="{59AD93EA-1F2E-C939-D203-DB1C58366F6F}"/>
                </a:ext>
              </a:extLst>
            </p:cNvPr>
            <p:cNvSpPr/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14" name="Gruppe 73">
              <a:extLst>
                <a:ext uri="{FF2B5EF4-FFF2-40B4-BE49-F238E27FC236}">
                  <a16:creationId xmlns:a16="http://schemas.microsoft.com/office/drawing/2014/main" id="{FB9A0B09-23E4-0C92-B5D5-28DAE551CC97}"/>
                </a:ext>
              </a:extLst>
            </p:cNvPr>
            <p:cNvGrpSpPr/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16" name="Ellipse 25">
                <a:extLst>
                  <a:ext uri="{FF2B5EF4-FFF2-40B4-BE49-F238E27FC236}">
                    <a16:creationId xmlns:a16="http://schemas.microsoft.com/office/drawing/2014/main" id="{12AAE9CB-628C-B83D-2745-E83F21A9DE10}"/>
                  </a:ext>
                </a:extLst>
              </p:cNvPr>
              <p:cNvSpPr/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8" name="Ellipse 26">
                <a:extLst>
                  <a:ext uri="{FF2B5EF4-FFF2-40B4-BE49-F238E27FC236}">
                    <a16:creationId xmlns:a16="http://schemas.microsoft.com/office/drawing/2014/main" id="{162DF4C3-F575-CF73-1537-A448195D707A}"/>
                  </a:ext>
                </a:extLst>
              </p:cNvPr>
              <p:cNvSpPr/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19" name="Ellipse 27">
                <a:extLst>
                  <a:ext uri="{FF2B5EF4-FFF2-40B4-BE49-F238E27FC236}">
                    <a16:creationId xmlns:a16="http://schemas.microsoft.com/office/drawing/2014/main" id="{A31486DC-32EE-142B-1B9F-5AD143DC5DE7}"/>
                  </a:ext>
                </a:extLst>
              </p:cNvPr>
              <p:cNvSpPr/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0" name="Ellipse 28">
                <a:extLst>
                  <a:ext uri="{FF2B5EF4-FFF2-40B4-BE49-F238E27FC236}">
                    <a16:creationId xmlns:a16="http://schemas.microsoft.com/office/drawing/2014/main" id="{16AE3A83-00F7-B711-89AA-7F88484DB677}"/>
                  </a:ext>
                </a:extLst>
              </p:cNvPr>
              <p:cNvSpPr/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1" name="Ellipse 29">
                <a:extLst>
                  <a:ext uri="{FF2B5EF4-FFF2-40B4-BE49-F238E27FC236}">
                    <a16:creationId xmlns:a16="http://schemas.microsoft.com/office/drawing/2014/main" id="{C403C4CC-C93E-6945-8D67-A931EE0CBF7B}"/>
                  </a:ext>
                </a:extLst>
              </p:cNvPr>
              <p:cNvSpPr/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3" name="Ellipse 33">
                <a:extLst>
                  <a:ext uri="{FF2B5EF4-FFF2-40B4-BE49-F238E27FC236}">
                    <a16:creationId xmlns:a16="http://schemas.microsoft.com/office/drawing/2014/main" id="{6783AB58-2856-5667-F541-9922E605D04D}"/>
                  </a:ext>
                </a:extLst>
              </p:cNvPr>
              <p:cNvSpPr/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5" name="Ellipse 72">
              <a:extLst>
                <a:ext uri="{FF2B5EF4-FFF2-40B4-BE49-F238E27FC236}">
                  <a16:creationId xmlns:a16="http://schemas.microsoft.com/office/drawing/2014/main" id="{6D1CA91D-D8C7-10AC-6A89-ED02624204C5}"/>
                </a:ext>
              </a:extLst>
            </p:cNvPr>
            <p:cNvSpPr/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24" name="Colours">
            <a:extLst>
              <a:ext uri="{FF2B5EF4-FFF2-40B4-BE49-F238E27FC236}">
                <a16:creationId xmlns:a16="http://schemas.microsoft.com/office/drawing/2014/main" id="{A0D86ECC-273E-60E8-CE61-1CF62973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25" name="Avrundet rektangel 35">
              <a:extLst>
                <a:ext uri="{FF2B5EF4-FFF2-40B4-BE49-F238E27FC236}">
                  <a16:creationId xmlns:a16="http://schemas.microsoft.com/office/drawing/2014/main" id="{8EDC613C-7343-FA0A-F2AE-6464FF01D8BB}"/>
                </a:ext>
              </a:extLst>
            </p:cNvPr>
            <p:cNvSpPr/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6" name="Avrundet rektangel 34">
              <a:extLst>
                <a:ext uri="{FF2B5EF4-FFF2-40B4-BE49-F238E27FC236}">
                  <a16:creationId xmlns:a16="http://schemas.microsoft.com/office/drawing/2014/main" id="{C96A894D-6B90-DB2A-9B88-5D42C8A77D97}"/>
                </a:ext>
              </a:extLst>
            </p:cNvPr>
            <p:cNvSpPr/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7" name="Ellipse 32">
              <a:extLst>
                <a:ext uri="{FF2B5EF4-FFF2-40B4-BE49-F238E27FC236}">
                  <a16:creationId xmlns:a16="http://schemas.microsoft.com/office/drawing/2014/main" id="{B6644AC3-4121-E25E-5DA8-74671C249063}"/>
                </a:ext>
              </a:extLst>
            </p:cNvPr>
            <p:cNvSpPr/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8" name="Ellipse 33">
              <a:extLst>
                <a:ext uri="{FF2B5EF4-FFF2-40B4-BE49-F238E27FC236}">
                  <a16:creationId xmlns:a16="http://schemas.microsoft.com/office/drawing/2014/main" id="{E08CF0E0-4BB4-646B-8123-F1676846A346}"/>
                </a:ext>
              </a:extLst>
            </p:cNvPr>
            <p:cNvSpPr/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75088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68524" cy="179857"/>
          </a:xfrm>
        </p:spPr>
        <p:txBody>
          <a:bodyPr>
            <a:spAutoFit/>
          </a:bodyPr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00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9" name="Plassholder for bilde 6">
            <a:extLst>
              <a:ext uri="{FF2B5EF4-FFF2-40B4-BE49-F238E27FC236}">
                <a16:creationId xmlns:a16="http://schemas.microsoft.com/office/drawing/2014/main" id="{E146DE66-A30C-9B8B-3527-F3EDAB2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1960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0" name="Plassholder for tekst 8">
            <a:extLst>
              <a:ext uri="{FF2B5EF4-FFF2-40B4-BE49-F238E27FC236}">
                <a16:creationId xmlns:a16="http://schemas.microsoft.com/office/drawing/2014/main" id="{EABB6898-0CCE-1E25-E2CE-C5BF90C1D6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960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1" name="Plassholder for bilde 6">
            <a:extLst>
              <a:ext uri="{FF2B5EF4-FFF2-40B4-BE49-F238E27FC236}">
                <a16:creationId xmlns:a16="http://schemas.microsoft.com/office/drawing/2014/main" id="{91F8C8F4-78EA-D71B-A9D5-E68CAB18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205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Plassholder for tekst 8">
            <a:extLst>
              <a:ext uri="{FF2B5EF4-FFF2-40B4-BE49-F238E27FC236}">
                <a16:creationId xmlns:a16="http://schemas.microsoft.com/office/drawing/2014/main" id="{E04A79D7-7E46-1D6D-EFB2-6D8F8AD29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3205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3" name="Plassholder for bilde 6">
            <a:extLst>
              <a:ext uri="{FF2B5EF4-FFF2-40B4-BE49-F238E27FC236}">
                <a16:creationId xmlns:a16="http://schemas.microsoft.com/office/drawing/2014/main" id="{1E9DBA48-411C-3995-6A5D-F0A4D03DA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68075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Plassholder for tekst 8">
            <a:extLst>
              <a:ext uri="{FF2B5EF4-FFF2-40B4-BE49-F238E27FC236}">
                <a16:creationId xmlns:a16="http://schemas.microsoft.com/office/drawing/2014/main" id="{0810081F-DEE2-4432-9DE9-9A7D9F5CBF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68075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5" name="Plassholder for bilde 6">
            <a:extLst>
              <a:ext uri="{FF2B5EF4-FFF2-40B4-BE49-F238E27FC236}">
                <a16:creationId xmlns:a16="http://schemas.microsoft.com/office/drawing/2014/main" id="{1CC09F30-4735-0138-21A3-CA3B711F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04100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6" name="Plassholder for tekst 8">
            <a:extLst>
              <a:ext uri="{FF2B5EF4-FFF2-40B4-BE49-F238E27FC236}">
                <a16:creationId xmlns:a16="http://schemas.microsoft.com/office/drawing/2014/main" id="{A3C360F2-5F10-AC77-3B10-1006854EE5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04100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7" name="Plassholder for bilde 6">
            <a:extLst>
              <a:ext uri="{FF2B5EF4-FFF2-40B4-BE49-F238E27FC236}">
                <a16:creationId xmlns:a16="http://schemas.microsoft.com/office/drawing/2014/main" id="{0FF3FB2D-F14C-4391-73FE-28E1C6F0A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40125" y="1349373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8" name="Plassholder for tekst 8">
            <a:extLst>
              <a:ext uri="{FF2B5EF4-FFF2-40B4-BE49-F238E27FC236}">
                <a16:creationId xmlns:a16="http://schemas.microsoft.com/office/drawing/2014/main" id="{D64EAC78-7BFB-6773-3462-DA19BC7AA5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40125" y="311563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DB92E198-FDA4-91ED-B68A-05367A93D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1" name="Avrundet rektangel 10">
              <a:extLst>
                <a:ext uri="{FF2B5EF4-FFF2-40B4-BE49-F238E27FC236}">
                  <a16:creationId xmlns:a16="http://schemas.microsoft.com/office/drawing/2014/main" id="{BB891DC2-1AB6-7166-F2C9-9657F7D63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accent1"/>
                  </a:solidFill>
                </a:rPr>
                <a:t>Format you job title: </a:t>
              </a:r>
            </a:p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tx2"/>
                  </a:solidFill>
                </a:rPr>
                <a:t>Klick the indent button to colour your job title.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tx2"/>
                  </a:solidFill>
                </a:rPr>
                <a:t>Text level 1: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accent1"/>
                  </a:solidFill>
                </a:rPr>
                <a:t>Text level 2:</a:t>
              </a:r>
            </a:p>
          </p:txBody>
        </p:sp>
        <p:pic>
          <p:nvPicPr>
            <p:cNvPr id="12" name="Bilde 11">
              <a:extLst>
                <a:ext uri="{FF2B5EF4-FFF2-40B4-BE49-F238E27FC236}">
                  <a16:creationId xmlns:a16="http://schemas.microsoft.com/office/drawing/2014/main" id="{9B82A061-CC18-76B3-4295-F14BC7E26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896086" y="3620193"/>
              <a:ext cx="889000" cy="419100"/>
            </a:xfrm>
            <a:prstGeom prst="rect">
              <a:avLst/>
            </a:prstGeom>
          </p:spPr>
        </p:pic>
        <p:pic>
          <p:nvPicPr>
            <p:cNvPr id="13" name="Bilde 12">
              <a:extLst>
                <a:ext uri="{FF2B5EF4-FFF2-40B4-BE49-F238E27FC236}">
                  <a16:creationId xmlns:a16="http://schemas.microsoft.com/office/drawing/2014/main" id="{382FC423-A3EC-F994-F36E-913BA8548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5951"/>
            <a:stretch/>
          </p:blipFill>
          <p:spPr>
            <a:xfrm>
              <a:off x="12560266" y="4221055"/>
              <a:ext cx="1904480" cy="645459"/>
            </a:xfrm>
            <a:prstGeom prst="rect">
              <a:avLst/>
            </a:prstGeom>
          </p:spPr>
        </p:pic>
      </p:grp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EE6FFDAE-6003-C358-A86B-B72613105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8D7D7525-D8A3-63C0-81D6-607345DCB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7F05612D-84D4-BB0F-7897-AC044D06F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683B8ED7-8266-80FB-BA08-471C245D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4026575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69011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00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9" name="Plassholder for bilde 6">
            <a:extLst>
              <a:ext uri="{FF2B5EF4-FFF2-40B4-BE49-F238E27FC236}">
                <a16:creationId xmlns:a16="http://schemas.microsoft.com/office/drawing/2014/main" id="{E146DE66-A30C-9B8B-3527-F3EDAB2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00029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0" name="Plassholder for tekst 8">
            <a:extLst>
              <a:ext uri="{FF2B5EF4-FFF2-40B4-BE49-F238E27FC236}">
                <a16:creationId xmlns:a16="http://schemas.microsoft.com/office/drawing/2014/main" id="{EABB6898-0CCE-1E25-E2CE-C5BF90C1D6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996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1" name="Plassholder for bilde 6">
            <a:extLst>
              <a:ext uri="{FF2B5EF4-FFF2-40B4-BE49-F238E27FC236}">
                <a16:creationId xmlns:a16="http://schemas.microsoft.com/office/drawing/2014/main" id="{91F8C8F4-78EA-D71B-A9D5-E68CAB18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40058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2" name="Plassholder for tekst 8">
            <a:extLst>
              <a:ext uri="{FF2B5EF4-FFF2-40B4-BE49-F238E27FC236}">
                <a16:creationId xmlns:a16="http://schemas.microsoft.com/office/drawing/2014/main" id="{E04A79D7-7E46-1D6D-EFB2-6D8F8AD29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392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3" name="Plassholder for bilde 6">
            <a:extLst>
              <a:ext uri="{FF2B5EF4-FFF2-40B4-BE49-F238E27FC236}">
                <a16:creationId xmlns:a16="http://schemas.microsoft.com/office/drawing/2014/main" id="{1E9DBA48-411C-3995-6A5D-F0A4D03DA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880087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Plassholder for tekst 8">
            <a:extLst>
              <a:ext uri="{FF2B5EF4-FFF2-40B4-BE49-F238E27FC236}">
                <a16:creationId xmlns:a16="http://schemas.microsoft.com/office/drawing/2014/main" id="{0810081F-DEE2-4432-9DE9-9A7D9F5CBF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880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5" name="Plassholder for bilde 6">
            <a:extLst>
              <a:ext uri="{FF2B5EF4-FFF2-40B4-BE49-F238E27FC236}">
                <a16:creationId xmlns:a16="http://schemas.microsoft.com/office/drawing/2014/main" id="{1CC09F30-4735-0138-21A3-CA3B711F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20116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6" name="Plassholder for tekst 8">
            <a:extLst>
              <a:ext uri="{FF2B5EF4-FFF2-40B4-BE49-F238E27FC236}">
                <a16:creationId xmlns:a16="http://schemas.microsoft.com/office/drawing/2014/main" id="{A3C360F2-5F10-AC77-3B10-1006854EE5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17999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7" name="Plassholder for bilde 6">
            <a:extLst>
              <a:ext uri="{FF2B5EF4-FFF2-40B4-BE49-F238E27FC236}">
                <a16:creationId xmlns:a16="http://schemas.microsoft.com/office/drawing/2014/main" id="{0FF3FB2D-F14C-4391-73FE-28E1C6F0A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560143" y="1350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8" name="Plassholder for tekst 8">
            <a:extLst>
              <a:ext uri="{FF2B5EF4-FFF2-40B4-BE49-F238E27FC236}">
                <a16:creationId xmlns:a16="http://schemas.microsoft.com/office/drawing/2014/main" id="{D64EAC78-7BFB-6773-3462-DA19BC7AA5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60630" y="2574228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59" name="Plassholder for bilde 6">
            <a:extLst>
              <a:ext uri="{FF2B5EF4-FFF2-40B4-BE49-F238E27FC236}">
                <a16:creationId xmlns:a16="http://schemas.microsoft.com/office/drawing/2014/main" id="{309F85BE-F2BA-AE05-D148-E70826859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0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Plassholder for tekst 8">
            <a:extLst>
              <a:ext uri="{FF2B5EF4-FFF2-40B4-BE49-F238E27FC236}">
                <a16:creationId xmlns:a16="http://schemas.microsoft.com/office/drawing/2014/main" id="{7B51C8C0-2F63-83C0-91E5-CC32E7D1B0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00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1" name="Plassholder for bilde 6">
            <a:extLst>
              <a:ext uri="{FF2B5EF4-FFF2-40B4-BE49-F238E27FC236}">
                <a16:creationId xmlns:a16="http://schemas.microsoft.com/office/drawing/2014/main" id="{9F5A4B22-42D3-D834-ABF0-2B3268353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996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2" name="Plassholder for tekst 8">
            <a:extLst>
              <a:ext uri="{FF2B5EF4-FFF2-40B4-BE49-F238E27FC236}">
                <a16:creationId xmlns:a16="http://schemas.microsoft.com/office/drawing/2014/main" id="{BC9BBCA2-263F-25A6-346F-822F106234B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996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3" name="Plassholder for bilde 6">
            <a:extLst>
              <a:ext uri="{FF2B5EF4-FFF2-40B4-BE49-F238E27FC236}">
                <a16:creationId xmlns:a16="http://schemas.microsoft.com/office/drawing/2014/main" id="{6052F56D-49E8-8AE6-8421-13D7F7D8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0392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4" name="Plassholder for tekst 8">
            <a:extLst>
              <a:ext uri="{FF2B5EF4-FFF2-40B4-BE49-F238E27FC236}">
                <a16:creationId xmlns:a16="http://schemas.microsoft.com/office/drawing/2014/main" id="{00C5C767-F8AC-6C52-2190-89AD97CFB6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0392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5" name="Plassholder for bilde 6">
            <a:extLst>
              <a:ext uri="{FF2B5EF4-FFF2-40B4-BE49-F238E27FC236}">
                <a16:creationId xmlns:a16="http://schemas.microsoft.com/office/drawing/2014/main" id="{25EC2CC7-E74A-F7F9-3342-F1730F031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878800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6" name="Plassholder for tekst 8">
            <a:extLst>
              <a:ext uri="{FF2B5EF4-FFF2-40B4-BE49-F238E27FC236}">
                <a16:creationId xmlns:a16="http://schemas.microsoft.com/office/drawing/2014/main" id="{E24D3265-7AD3-361E-1230-9F546B4AB1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878800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7" name="Plassholder for bilde 6">
            <a:extLst>
              <a:ext uri="{FF2B5EF4-FFF2-40B4-BE49-F238E27FC236}">
                <a16:creationId xmlns:a16="http://schemas.microsoft.com/office/drawing/2014/main" id="{D8BD095D-9294-E585-5D47-C8185A9E2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720116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8" name="Plassholder for tekst 8">
            <a:extLst>
              <a:ext uri="{FF2B5EF4-FFF2-40B4-BE49-F238E27FC236}">
                <a16:creationId xmlns:a16="http://schemas.microsoft.com/office/drawing/2014/main" id="{9463ADC4-7E32-50DA-341C-F693D4C8FCE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20116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69" name="Plassholder for bilde 6">
            <a:extLst>
              <a:ext uri="{FF2B5EF4-FFF2-40B4-BE49-F238E27FC236}">
                <a16:creationId xmlns:a16="http://schemas.microsoft.com/office/drawing/2014/main" id="{CAB3C42B-3E0B-E28D-844E-35226EAE6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560143" y="3582000"/>
            <a:ext cx="1201514" cy="1205899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0" name="Plassholder for tekst 8">
            <a:extLst>
              <a:ext uri="{FF2B5EF4-FFF2-40B4-BE49-F238E27FC236}">
                <a16:creationId xmlns:a16="http://schemas.microsoft.com/office/drawing/2014/main" id="{F2B5216B-B78C-DC28-3B52-DEDEAD1B5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60143" y="4806000"/>
            <a:ext cx="1620000" cy="589571"/>
          </a:xfrm>
        </p:spPr>
        <p:txBody>
          <a:bodyPr tIns="10800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000"/>
            </a:lvl1pPr>
            <a:lvl2pPr marL="0" indent="0"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78C32ECD-6386-9EC2-B36A-BBAFDF14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6" y="2362652"/>
            <a:ext cx="2815200" cy="4117523"/>
            <a:chOff x="11664886" y="2362652"/>
            <a:chExt cx="2815200" cy="4117523"/>
          </a:xfrm>
        </p:grpSpPr>
        <p:sp>
          <p:nvSpPr>
            <p:cNvPr id="10" name="Avrundet rektangel 9">
              <a:extLst>
                <a:ext uri="{FF2B5EF4-FFF2-40B4-BE49-F238E27FC236}">
                  <a16:creationId xmlns:a16="http://schemas.microsoft.com/office/drawing/2014/main" id="{E6BC00B7-5F9D-B5FB-0565-9F44A8F1A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664886" y="2362652"/>
              <a:ext cx="2815200" cy="4117523"/>
            </a:xfrm>
            <a:prstGeom prst="roundRect">
              <a:avLst>
                <a:gd name="adj" fmla="val 6825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accent1"/>
                  </a:solidFill>
                </a:rPr>
                <a:t>Format you job title: </a:t>
              </a:r>
            </a:p>
            <a:p>
              <a:pPr algn="l">
                <a:lnSpc>
                  <a:spcPct val="110000"/>
                </a:lnSpc>
              </a:pPr>
              <a:r>
                <a:rPr lang="nb-NO" sz="1800" noProof="1">
                  <a:solidFill>
                    <a:schemeClr val="tx2"/>
                  </a:solidFill>
                </a:rPr>
                <a:t>Klick the indent button to colour your job title.</a:t>
              </a: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</a:pPr>
              <a:endParaRPr lang="nb-NO" sz="1200" noProof="1">
                <a:solidFill>
                  <a:schemeClr val="tx2"/>
                </a:solidFill>
              </a:endParaRP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tx2"/>
                  </a:solidFill>
                </a:rPr>
                <a:t>Text level 1: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lang="nb-NO" sz="1000" noProof="1">
                  <a:solidFill>
                    <a:schemeClr val="accent1"/>
                  </a:solidFill>
                </a:rPr>
                <a:t>Text level 2:</a:t>
              </a:r>
            </a:p>
          </p:txBody>
        </p:sp>
        <p:pic>
          <p:nvPicPr>
            <p:cNvPr id="11" name="Bilde 10">
              <a:extLst>
                <a:ext uri="{FF2B5EF4-FFF2-40B4-BE49-F238E27FC236}">
                  <a16:creationId xmlns:a16="http://schemas.microsoft.com/office/drawing/2014/main" id="{C6F05979-2E1F-3C09-78CB-ADADFF7F5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896086" y="3620193"/>
              <a:ext cx="889000" cy="419100"/>
            </a:xfrm>
            <a:prstGeom prst="rect">
              <a:avLst/>
            </a:prstGeom>
          </p:spPr>
        </p:pic>
        <p:pic>
          <p:nvPicPr>
            <p:cNvPr id="12" name="Bilde 11">
              <a:extLst>
                <a:ext uri="{FF2B5EF4-FFF2-40B4-BE49-F238E27FC236}">
                  <a16:creationId xmlns:a16="http://schemas.microsoft.com/office/drawing/2014/main" id="{B69F0C3D-EB70-2778-3CB0-B262F721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t="5951"/>
            <a:stretch/>
          </p:blipFill>
          <p:spPr>
            <a:xfrm>
              <a:off x="12560266" y="4221055"/>
              <a:ext cx="1904480" cy="645459"/>
            </a:xfrm>
            <a:prstGeom prst="rect">
              <a:avLst/>
            </a:prstGeom>
          </p:spPr>
        </p:pic>
      </p:grp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3964FF0E-741C-3017-71AD-B8DF2E9B3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3" name="Plassholder for bunntekst 12">
            <a:extLst>
              <a:ext uri="{FF2B5EF4-FFF2-40B4-BE49-F238E27FC236}">
                <a16:creationId xmlns:a16="http://schemas.microsoft.com/office/drawing/2014/main" id="{1A95AD5E-D897-432E-D76D-89DED41D1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3659E708-D39A-038E-BAE7-419697EC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Plassholder for tekst 7">
            <a:extLst>
              <a:ext uri="{FF2B5EF4-FFF2-40B4-BE49-F238E27FC236}">
                <a16:creationId xmlns:a16="http://schemas.microsoft.com/office/drawing/2014/main" id="{E911CFC2-416D-69C9-8835-EC3957EEB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470446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E8B981F5-1A30-43AB-E2DF-7B92350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324000"/>
            <a:ext cx="3455987" cy="179857"/>
          </a:xfrm>
        </p:spPr>
        <p:txBody>
          <a:bodyPr/>
          <a:lstStyle>
            <a:lvl1pPr>
              <a:lnSpc>
                <a:spcPct val="105000"/>
              </a:lnSpc>
              <a:defRPr sz="1200"/>
            </a:lvl1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1C3DB79C-0FFB-5635-3A0E-04470B6F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000" y="360000"/>
            <a:ext cx="1620000" cy="1765301"/>
          </a:xfrm>
          <a:prstGeom prst="roundRect">
            <a:avLst>
              <a:gd name="adj" fmla="val 9060"/>
            </a:avLst>
          </a:prstGeom>
          <a:noFill/>
        </p:spPr>
        <p:txBody>
          <a:bodyPr lIns="72000" tIns="72000" rIns="72000" bIns="72000"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44509BFA-CF0F-A380-3730-4417E5A1AF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363" y="2332302"/>
            <a:ext cx="4479651" cy="789896"/>
          </a:xfrm>
        </p:spPr>
        <p:txBody>
          <a:bodyPr wrap="square" tIns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/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Title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9BD33751-3CD5-F271-1C2B-777BF5F9A46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4319588"/>
            <a:ext cx="3455987" cy="1763712"/>
          </a:xfrm>
        </p:spPr>
        <p:txBody>
          <a:bodyPr/>
          <a:lstStyle>
            <a:lvl1pPr marL="252000" indent="-252000">
              <a:buClr>
                <a:schemeClr val="accent1"/>
              </a:buClr>
              <a:buSzPct val="130000"/>
              <a:buFontTx/>
              <a:buBlip>
                <a:blip r:embed="rId2"/>
              </a:buBlip>
              <a:defRPr/>
            </a:lvl1pPr>
            <a:lvl2pPr marL="432000" indent="-144000">
              <a:buFontTx/>
              <a:buBlip>
                <a:blip r:embed="rId3"/>
              </a:buBlip>
              <a:defRPr/>
            </a:lvl2pPr>
            <a:lvl3pPr marL="576000" indent="-144000">
              <a:defRPr sz="1000"/>
            </a:lvl3pPr>
            <a:lvl4pPr marL="720000" indent="-144000">
              <a:defRPr sz="1000"/>
            </a:lvl4pPr>
            <a:lvl5pPr marL="864000" indent="-144000">
              <a:defRPr sz="1000"/>
            </a:lvl5pPr>
          </a:lstStyle>
          <a:p>
            <a:pPr lvl="0"/>
            <a:r>
              <a:rPr lang="en-GB"/>
              <a:t>Quote</a:t>
            </a:r>
          </a:p>
          <a:p>
            <a:pPr lvl="1"/>
            <a:r>
              <a:rPr lang="en-GB"/>
              <a:t>Andre </a:t>
            </a:r>
            <a:r>
              <a:rPr lang="en-GB" err="1"/>
              <a:t>nivå</a:t>
            </a:r>
            <a:endParaRPr lang="en-GB"/>
          </a:p>
          <a:p>
            <a:pPr lvl="2"/>
            <a:r>
              <a:rPr lang="en-GB" err="1"/>
              <a:t>Tredje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  <a:p>
            <a:pPr lvl="3"/>
            <a:r>
              <a:rPr lang="en-GB" err="1"/>
              <a:t>Fjerde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  <a:p>
            <a:pPr lvl="4"/>
            <a:r>
              <a:rPr lang="en-GB" err="1"/>
              <a:t>Femte</a:t>
            </a:r>
            <a:r>
              <a:rPr lang="en-GB"/>
              <a:t> </a:t>
            </a:r>
            <a:r>
              <a:rPr lang="en-GB" err="1"/>
              <a:t>nivå</a:t>
            </a:r>
            <a:endParaRPr lang="en-GB"/>
          </a:p>
        </p:txBody>
      </p:sp>
      <p:sp>
        <p:nvSpPr>
          <p:cNvPr id="10" name="Plassholder for innhold 9">
            <a:extLst>
              <a:ext uri="{FF2B5EF4-FFF2-40B4-BE49-F238E27FC236}">
                <a16:creationId xmlns:a16="http://schemas.microsoft.com/office/drawing/2014/main" id="{56D43B3A-380D-5721-18F7-7165B257917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868988" y="2339975"/>
            <a:ext cx="5291137" cy="374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Avrundet rektangel 11">
            <a:extLst>
              <a:ext uri="{FF2B5EF4-FFF2-40B4-BE49-F238E27FC236}">
                <a16:creationId xmlns:a16="http://schemas.microsoft.com/office/drawing/2014/main" id="{8A29D775-869C-FB95-8EBE-ABAA19E3A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64886" y="2362652"/>
            <a:ext cx="2815200" cy="4117523"/>
          </a:xfrm>
          <a:prstGeom prst="roundRect">
            <a:avLst>
              <a:gd name="adj" fmla="val 682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l">
              <a:lnSpc>
                <a:spcPct val="110000"/>
              </a:lnSpc>
            </a:pPr>
            <a:r>
              <a:rPr lang="en-GB" sz="1800" noProof="1">
                <a:solidFill>
                  <a:schemeClr val="accent1"/>
                </a:solidFill>
              </a:rPr>
              <a:t>Format you job title: </a:t>
            </a:r>
          </a:p>
          <a:p>
            <a:pPr algn="l">
              <a:lnSpc>
                <a:spcPct val="110000"/>
              </a:lnSpc>
            </a:pPr>
            <a:r>
              <a:rPr lang="en-GB" sz="1800" noProof="1">
                <a:solidFill>
                  <a:schemeClr val="tx2"/>
                </a:solidFill>
              </a:rPr>
              <a:t>Klick the indent button to colour and format your job title.</a:t>
            </a: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</a:pPr>
            <a:endParaRPr lang="en-GB" sz="1200" noProof="1">
              <a:solidFill>
                <a:schemeClr val="tx2"/>
              </a:solidFill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000" noProof="1">
                <a:solidFill>
                  <a:schemeClr val="tx2"/>
                </a:solidFill>
              </a:rPr>
              <a:t>Text level 1: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000" noProof="1">
                <a:solidFill>
                  <a:schemeClr val="accent1"/>
                </a:solidFill>
              </a:rPr>
              <a:t>Text level 2:</a:t>
            </a:r>
          </a:p>
        </p:txBody>
      </p:sp>
      <p:pic>
        <p:nvPicPr>
          <p:cNvPr id="13" name="Bilde 12">
            <a:extLst>
              <a:ext uri="{FF2B5EF4-FFF2-40B4-BE49-F238E27FC236}">
                <a16:creationId xmlns:a16="http://schemas.microsoft.com/office/drawing/2014/main" id="{BAB5F87C-8855-A2DC-BB83-3082B8BA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96086" y="3908726"/>
            <a:ext cx="889000" cy="419100"/>
          </a:xfrm>
          <a:prstGeom prst="rect">
            <a:avLst/>
          </a:prstGeom>
        </p:spPr>
      </p:pic>
      <p:pic>
        <p:nvPicPr>
          <p:cNvPr id="15" name="Bilde 14">
            <a:extLst>
              <a:ext uri="{FF2B5EF4-FFF2-40B4-BE49-F238E27FC236}">
                <a16:creationId xmlns:a16="http://schemas.microsoft.com/office/drawing/2014/main" id="{351B288C-CAA9-FA3E-EA09-3706C29CF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607286" y="4508408"/>
            <a:ext cx="1839848" cy="585000"/>
          </a:xfrm>
          <a:prstGeom prst="rect">
            <a:avLst/>
          </a:prstGeom>
        </p:spPr>
      </p:pic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76311A32-7136-78BA-85BD-9FB4DAEF2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01919142-E3B1-6D3D-3E7C-A2D1E1571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3ED5F694-CBB3-DBF2-0458-2BD3282E8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106592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3E823353-2845-777D-33D7-074F132A0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8988" y="334962"/>
            <a:ext cx="3456349" cy="160237"/>
          </a:xfrm>
        </p:spPr>
        <p:txBody>
          <a:bodyPr anchor="t" anchorCtr="0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cap="all" baseline="0"/>
            </a:lvl1pPr>
          </a:lstStyle>
          <a:p>
            <a:pPr lvl="0"/>
            <a:r>
              <a:rPr lang="en-GB" noProof="0"/>
              <a:t>Client name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A2E56637-0341-76D9-3045-A2CA60D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8988" y="798384"/>
            <a:ext cx="4485600" cy="443198"/>
          </a:xfrm>
        </p:spPr>
        <p:txBody>
          <a:bodyPr tIns="0" rIns="360000"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GB"/>
              <a:t>Project title/Delivery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8000" y="2376184"/>
            <a:ext cx="4485600" cy="1283236"/>
          </a:xfrm>
        </p:spPr>
        <p:txBody>
          <a:bodyPr wrap="square" rIns="180000"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195999" y="367199"/>
            <a:ext cx="3456000" cy="5742000"/>
          </a:xfrm>
          <a:prstGeom prst="roundRect">
            <a:avLst>
              <a:gd name="adj" fmla="val 5065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99EF8179-D730-246E-11A1-8B4D194BE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0362" y="367199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ABC1B376-858B-CE69-AF3A-17206D9E0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363" y="1360586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BE33E728-1E81-C015-9777-16EABF6D0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60363" y="2353973"/>
            <a:ext cx="777600" cy="777600"/>
          </a:xfrm>
        </p:spPr>
        <p:txBody>
          <a:bodyPr tIns="72000"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nb-NO" dirty="0"/>
              <a:t>UN ESG</a:t>
            </a:r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F5077F6A-CE38-1F74-6C7A-1A3FCDA2D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DAC99CB-2E96-96FA-CFA0-F386068CF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9542DAEA-D9EF-00AC-35BC-56E535147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24DA8AE9-85C2-40DF-E09A-6B36ED9D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7278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3E823353-2845-777D-33D7-074F132A0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634" y="334962"/>
            <a:ext cx="3456349" cy="160237"/>
          </a:xfrm>
        </p:spPr>
        <p:txBody>
          <a:bodyPr anchor="t" anchorCtr="0">
            <a:sp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cap="all" baseline="0"/>
            </a:lvl1pPr>
          </a:lstStyle>
          <a:p>
            <a:pPr lvl="0"/>
            <a:r>
              <a:rPr lang="en-GB" noProof="0"/>
              <a:t>Client name</a:t>
            </a:r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A2E56637-0341-76D9-3045-A2CA60D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33" y="798384"/>
            <a:ext cx="5283867" cy="443198"/>
          </a:xfrm>
        </p:spPr>
        <p:txBody>
          <a:bodyPr tIns="0" rIns="360000"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GB"/>
              <a:t>Project title/Delivery</a:t>
            </a:r>
          </a:p>
        </p:txBody>
      </p:sp>
      <p:sp>
        <p:nvSpPr>
          <p:cNvPr id="2" name="Plassholder for bilde 3">
            <a:extLst>
              <a:ext uri="{FF2B5EF4-FFF2-40B4-BE49-F238E27FC236}">
                <a16:creationId xmlns:a16="http://schemas.microsoft.com/office/drawing/2014/main" id="{0A70737F-E1C1-62D9-7D65-4FA1C0864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8" y="2136775"/>
            <a:ext cx="3456000" cy="3200401"/>
          </a:xfrm>
          <a:prstGeom prst="roundRect">
            <a:avLst>
              <a:gd name="adj" fmla="val 5065"/>
            </a:avLst>
          </a:prstGeo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2250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7" name="Plassholder for innhold 2">
            <a:extLst>
              <a:ext uri="{FF2B5EF4-FFF2-40B4-BE49-F238E27FC236}">
                <a16:creationId xmlns:a16="http://schemas.microsoft.com/office/drawing/2014/main" id="{28EB9F34-4254-1957-5796-4BDE7741902A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6479185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8" name="Plassholder for innhold 2">
            <a:extLst>
              <a:ext uri="{FF2B5EF4-FFF2-40B4-BE49-F238E27FC236}">
                <a16:creationId xmlns:a16="http://schemas.microsoft.com/office/drawing/2014/main" id="{DD08CB4A-CDBD-A4AF-824B-8B0AB82999D4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8926119" y="2136775"/>
            <a:ext cx="2224688" cy="3305608"/>
          </a:xfrm>
        </p:spPr>
        <p:txBody>
          <a:bodyPr wrap="square" rIns="0" numCol="1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1200"/>
            </a:lvl1pPr>
            <a:lvl2pPr marL="144000" indent="-144000"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DAC99CB-2E96-96FA-CFA0-F386068CF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9542DAEA-D9EF-00AC-35BC-56E535147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24DA8AE9-85C2-40DF-E09A-6B36ED9D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42B3D0-A74C-B683-F939-C31B3278B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5513" y="4987255"/>
            <a:ext cx="1218247" cy="694408"/>
          </a:xfrm>
          <a:prstGeom prst="roundRect">
            <a:avLst>
              <a:gd name="adj" fmla="val 11331"/>
            </a:avLst>
          </a:prstGeom>
          <a:solidFill>
            <a:schemeClr val="tx1"/>
          </a:solidFill>
        </p:spPr>
        <p:txBody>
          <a:bodyPr tIns="36000">
            <a:normAutofit/>
          </a:bodyPr>
          <a:lstStyle>
            <a:lvl1pPr marL="3175" indent="-3175" algn="ctr"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</a:lstStyle>
          <a:p>
            <a:r>
              <a:rPr lang="nb-NO" err="1"/>
              <a:t>Add</a:t>
            </a:r>
            <a:r>
              <a:rPr lang="nb-NO"/>
              <a:t> logo or </a:t>
            </a:r>
            <a:r>
              <a:rPr lang="nb-NO" err="1"/>
              <a:t>remove</a:t>
            </a:r>
            <a:r>
              <a:rPr lang="nb-NO"/>
              <a:t> </a:t>
            </a:r>
            <a:r>
              <a:rPr lang="nb-NO" err="1"/>
              <a:t>this</a:t>
            </a:r>
            <a:endParaRPr lang="nb-NO"/>
          </a:p>
        </p:txBody>
      </p:sp>
      <p:sp>
        <p:nvSpPr>
          <p:cNvPr id="6" name="Plassholder for tekst 7">
            <a:extLst>
              <a:ext uri="{FF2B5EF4-FFF2-40B4-BE49-F238E27FC236}">
                <a16:creationId xmlns:a16="http://schemas.microsoft.com/office/drawing/2014/main" id="{9BB16681-417A-128D-04D0-BCDB806C9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8988" y="6152692"/>
            <a:ext cx="1611380" cy="190800"/>
          </a:xfrm>
        </p:spPr>
        <p:txBody>
          <a:bodyPr wrap="square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800">
                <a:solidFill>
                  <a:srgbClr val="7D7D7D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28573743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2 diagr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5299370" cy="443198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5292000" cy="376872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Plassholder for diagram 8">
            <a:extLst>
              <a:ext uri="{FF2B5EF4-FFF2-40B4-BE49-F238E27FC236}">
                <a16:creationId xmlns:a16="http://schemas.microsoft.com/office/drawing/2014/main" id="{8ED09605-9BB8-B2DF-D127-B189CF10A4C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877220" y="1143000"/>
            <a:ext cx="5292000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9E26C26-CCA4-7B65-159D-176FC3682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816568E-CECF-8350-7674-E18798A44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24C3CB7-BD75-7F9C-D027-CE8119284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49941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diagr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8E430D0A-742F-6CF9-1C7C-DE40709AB4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8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6A25B11-C2AC-8507-8613-A7ECC811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2000"/>
            <a:ext cx="3456000" cy="886397"/>
          </a:xfrm>
        </p:spPr>
        <p:txBody>
          <a:bodyPr>
            <a:spAutoFit/>
          </a:bodyPr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EB0B631-45BF-F2F3-B17F-887013D2F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351088"/>
            <a:ext cx="3456000" cy="376872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ssholder for diagram 8">
            <a:extLst>
              <a:ext uri="{FF2B5EF4-FFF2-40B4-BE49-F238E27FC236}">
                <a16:creationId xmlns:a16="http://schemas.microsoft.com/office/drawing/2014/main" id="{2F8D595F-142D-E8B7-3C71-F8E72E4B50D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032250" y="1143000"/>
            <a:ext cx="3455988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5" name="Plassholder for diagram 8">
            <a:extLst>
              <a:ext uri="{FF2B5EF4-FFF2-40B4-BE49-F238E27FC236}">
                <a16:creationId xmlns:a16="http://schemas.microsoft.com/office/drawing/2014/main" id="{B4F50720-6104-3C9F-6F7E-45DBB2924E61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7704499" y="1143000"/>
            <a:ext cx="3455988" cy="4941000"/>
          </a:xfrm>
        </p:spPr>
        <p:txBody>
          <a:bodyPr lIns="360000" tIns="360000" rIns="360000" bIns="360000">
            <a:normAutofit/>
          </a:bodyPr>
          <a:lstStyle>
            <a:lvl1pPr marL="0" indent="0" algn="l">
              <a:buNone/>
              <a:defRPr sz="1600"/>
            </a:lvl1pPr>
          </a:lstStyle>
          <a:p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1ADDCDE-5043-D18F-FC1B-E1FF56EA9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C4960D1-BA12-DF94-9230-1194764D1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908C05E-E51F-E36F-E487-54DFCA57A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01418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2 Title and full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9">
            <a:extLst>
              <a:ext uri="{FF2B5EF4-FFF2-40B4-BE49-F238E27FC236}">
                <a16:creationId xmlns:a16="http://schemas.microsoft.com/office/drawing/2014/main" id="{E65417C2-F293-DC92-7CAE-B0C387C718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8988" y="324000"/>
            <a:ext cx="3455987" cy="179857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GB" noProof="0"/>
              <a:t>Section title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F41CB72-1F15-02FA-0F51-F8CC266D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245600"/>
            <a:ext cx="8964974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585E095-E0FF-87C5-6719-820EC14A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4" y="2339975"/>
            <a:ext cx="10799762" cy="3743325"/>
          </a:xfrm>
        </p:spPr>
        <p:txBody>
          <a:bodyPr numCol="3" spcCol="216000"/>
          <a:lstStyle>
            <a:lvl1pPr marL="216001" indent="-216001">
              <a:buFontTx/>
              <a:buBlip>
                <a:blip r:embed="rId2"/>
              </a:buBlip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8" name="Plassholder for dato 7">
            <a:extLst>
              <a:ext uri="{FF2B5EF4-FFF2-40B4-BE49-F238E27FC236}">
                <a16:creationId xmlns:a16="http://schemas.microsoft.com/office/drawing/2014/main" id="{310E4776-8195-4356-3F85-2E433F7FD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D19C69E1-848E-A10D-A90D-CEB94EDA7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9B0BA362-8338-2DD1-D3BF-E59110BEF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44169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j/Hei/Mo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41200" y="1684800"/>
            <a:ext cx="2797115" cy="2778101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525003-9E03-22D6-1A3A-E2DB44843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32109" y="921600"/>
            <a:ext cx="2509851" cy="1411770"/>
          </a:xfrm>
          <a:prstGeom prst="roundRect">
            <a:avLst>
              <a:gd name="adj" fmla="val 13008"/>
            </a:avLst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06CA8B-D301-6F2C-966A-97F7D2F3D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16992" y="3170891"/>
            <a:ext cx="2171246" cy="2605085"/>
          </a:xfrm>
          <a:custGeom>
            <a:avLst/>
            <a:gdLst>
              <a:gd name="csX0" fmla="*/ 104458 w 2171246"/>
              <a:gd name="csY0" fmla="*/ 2055210 h 2605085"/>
              <a:gd name="csX1" fmla="*/ 420563 w 2171246"/>
              <a:gd name="csY1" fmla="*/ 2055210 h 2605085"/>
              <a:gd name="csX2" fmla="*/ 525021 w 2171246"/>
              <a:gd name="csY2" fmla="*/ 2159668 h 2605085"/>
              <a:gd name="csX3" fmla="*/ 525021 w 2171246"/>
              <a:gd name="csY3" fmla="*/ 2500627 h 2605085"/>
              <a:gd name="csX4" fmla="*/ 420563 w 2171246"/>
              <a:gd name="csY4" fmla="*/ 2605085 h 2605085"/>
              <a:gd name="csX5" fmla="*/ 104458 w 2171246"/>
              <a:gd name="csY5" fmla="*/ 2605085 h 2605085"/>
              <a:gd name="csX6" fmla="*/ 0 w 2171246"/>
              <a:gd name="csY6" fmla="*/ 2500627 h 2605085"/>
              <a:gd name="csX7" fmla="*/ 0 w 2171246"/>
              <a:gd name="csY7" fmla="*/ 2159668 h 2605085"/>
              <a:gd name="csX8" fmla="*/ 104458 w 2171246"/>
              <a:gd name="csY8" fmla="*/ 2055210 h 2605085"/>
              <a:gd name="csX9" fmla="*/ 1052948 w 2171246"/>
              <a:gd name="csY9" fmla="*/ 0 h 2605085"/>
              <a:gd name="csX10" fmla="*/ 2004026 w 2171246"/>
              <a:gd name="csY10" fmla="*/ 0 h 2605085"/>
              <a:gd name="csX11" fmla="*/ 2171246 w 2171246"/>
              <a:gd name="csY11" fmla="*/ 167220 h 2605085"/>
              <a:gd name="csX12" fmla="*/ 2171246 w 2171246"/>
              <a:gd name="csY12" fmla="*/ 2061610 h 2605085"/>
              <a:gd name="csX13" fmla="*/ 2004026 w 2171246"/>
              <a:gd name="csY13" fmla="*/ 2228830 h 2605085"/>
              <a:gd name="csX14" fmla="*/ 1052948 w 2171246"/>
              <a:gd name="csY14" fmla="*/ 2228830 h 2605085"/>
              <a:gd name="csX15" fmla="*/ 885728 w 2171246"/>
              <a:gd name="csY15" fmla="*/ 2061610 h 2605085"/>
              <a:gd name="csX16" fmla="*/ 885728 w 2171246"/>
              <a:gd name="csY16" fmla="*/ 167220 h 2605085"/>
              <a:gd name="csX17" fmla="*/ 1052948 w 2171246"/>
              <a:gd name="csY17" fmla="*/ 0 h 2605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171246" h="2605085">
                <a:moveTo>
                  <a:pt x="104458" y="2055210"/>
                </a:moveTo>
                <a:lnTo>
                  <a:pt x="420563" y="2055210"/>
                </a:lnTo>
                <a:cubicBezTo>
                  <a:pt x="478254" y="2055210"/>
                  <a:pt x="525021" y="2101977"/>
                  <a:pt x="525021" y="2159668"/>
                </a:cubicBezTo>
                <a:lnTo>
                  <a:pt x="525021" y="2500627"/>
                </a:lnTo>
                <a:cubicBezTo>
                  <a:pt x="525021" y="2558318"/>
                  <a:pt x="478254" y="2605085"/>
                  <a:pt x="420563" y="2605085"/>
                </a:cubicBezTo>
                <a:lnTo>
                  <a:pt x="104458" y="2605085"/>
                </a:lnTo>
                <a:cubicBezTo>
                  <a:pt x="46767" y="2605085"/>
                  <a:pt x="0" y="2558318"/>
                  <a:pt x="0" y="2500627"/>
                </a:cubicBezTo>
                <a:lnTo>
                  <a:pt x="0" y="2159668"/>
                </a:lnTo>
                <a:cubicBezTo>
                  <a:pt x="0" y="2101977"/>
                  <a:pt x="46767" y="2055210"/>
                  <a:pt x="104458" y="2055210"/>
                </a:cubicBezTo>
                <a:close/>
                <a:moveTo>
                  <a:pt x="1052948" y="0"/>
                </a:moveTo>
                <a:lnTo>
                  <a:pt x="2004026" y="0"/>
                </a:lnTo>
                <a:cubicBezTo>
                  <a:pt x="2096379" y="0"/>
                  <a:pt x="2171246" y="74867"/>
                  <a:pt x="2171246" y="167220"/>
                </a:cubicBezTo>
                <a:lnTo>
                  <a:pt x="2171246" y="2061610"/>
                </a:lnTo>
                <a:cubicBezTo>
                  <a:pt x="2171246" y="2153963"/>
                  <a:pt x="2096379" y="2228830"/>
                  <a:pt x="2004026" y="2228830"/>
                </a:cubicBezTo>
                <a:lnTo>
                  <a:pt x="1052948" y="2228830"/>
                </a:lnTo>
                <a:cubicBezTo>
                  <a:pt x="960595" y="2228830"/>
                  <a:pt x="885728" y="2153963"/>
                  <a:pt x="885728" y="2061610"/>
                </a:cubicBezTo>
                <a:lnTo>
                  <a:pt x="885728" y="167220"/>
                </a:lnTo>
                <a:cubicBezTo>
                  <a:pt x="885728" y="74867"/>
                  <a:pt x="960595" y="0"/>
                  <a:pt x="1052948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113084" y="2445110"/>
            <a:ext cx="2019784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9600" noProof="1">
                <a:solidFill>
                  <a:schemeClr val="tx2"/>
                </a:solidFill>
              </a:rPr>
              <a:t>Hej!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200905" y="3648878"/>
            <a:ext cx="2269852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9600">
                <a:solidFill>
                  <a:schemeClr val="tx2"/>
                </a:solidFill>
              </a:rPr>
              <a:t>Moi!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131617" y="812243"/>
            <a:ext cx="2019784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9600">
                <a:solidFill>
                  <a:schemeClr val="tx2"/>
                </a:solidFill>
              </a:rPr>
              <a:t>Hei!</a:t>
            </a:r>
          </a:p>
        </p:txBody>
      </p:sp>
    </p:spTree>
    <p:extLst>
      <p:ext uri="{BB962C8B-B14F-4D97-AF65-F5344CB8AC3E}">
        <p14:creationId xmlns:p14="http://schemas.microsoft.com/office/powerpoint/2010/main" val="4098223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rgbClr val="372A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30820" y="1143000"/>
            <a:ext cx="3207813" cy="3186007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B525003-9E03-22D6-1A3A-E2DB44843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876" y="3914369"/>
            <a:ext cx="2509851" cy="1411770"/>
          </a:xfrm>
          <a:prstGeom prst="roundRect">
            <a:avLst>
              <a:gd name="adj" fmla="val 13008"/>
            </a:avLst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1BC23A-8962-5031-060E-2BA64561C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2160" y="3043238"/>
            <a:ext cx="2334646" cy="2810377"/>
          </a:xfrm>
          <a:custGeom>
            <a:avLst/>
            <a:gdLst>
              <a:gd name="csX0" fmla="*/ 167220 w 2334646"/>
              <a:gd name="csY0" fmla="*/ 581547 h 2810377"/>
              <a:gd name="csX1" fmla="*/ 1118298 w 2334646"/>
              <a:gd name="csY1" fmla="*/ 581547 h 2810377"/>
              <a:gd name="csX2" fmla="*/ 1285518 w 2334646"/>
              <a:gd name="csY2" fmla="*/ 748767 h 2810377"/>
              <a:gd name="csX3" fmla="*/ 1285518 w 2334646"/>
              <a:gd name="csY3" fmla="*/ 2643157 h 2810377"/>
              <a:gd name="csX4" fmla="*/ 1118298 w 2334646"/>
              <a:gd name="csY4" fmla="*/ 2810377 h 2810377"/>
              <a:gd name="csX5" fmla="*/ 167220 w 2334646"/>
              <a:gd name="csY5" fmla="*/ 2810377 h 2810377"/>
              <a:gd name="csX6" fmla="*/ 0 w 2334646"/>
              <a:gd name="csY6" fmla="*/ 2643157 h 2810377"/>
              <a:gd name="csX7" fmla="*/ 0 w 2334646"/>
              <a:gd name="csY7" fmla="*/ 748767 h 2810377"/>
              <a:gd name="csX8" fmla="*/ 167220 w 2334646"/>
              <a:gd name="csY8" fmla="*/ 581547 h 2810377"/>
              <a:gd name="csX9" fmla="*/ 1722669 w 2334646"/>
              <a:gd name="csY9" fmla="*/ 0 h 2810377"/>
              <a:gd name="csX10" fmla="*/ 2189386 w 2334646"/>
              <a:gd name="csY10" fmla="*/ 0 h 2810377"/>
              <a:gd name="csX11" fmla="*/ 2334646 w 2334646"/>
              <a:gd name="csY11" fmla="*/ 145260 h 2810377"/>
              <a:gd name="csX12" fmla="*/ 2334646 w 2334646"/>
              <a:gd name="csY12" fmla="*/ 511965 h 2810377"/>
              <a:gd name="csX13" fmla="*/ 2189386 w 2334646"/>
              <a:gd name="csY13" fmla="*/ 657225 h 2810377"/>
              <a:gd name="csX14" fmla="*/ 1722669 w 2334646"/>
              <a:gd name="csY14" fmla="*/ 657225 h 2810377"/>
              <a:gd name="csX15" fmla="*/ 1577409 w 2334646"/>
              <a:gd name="csY15" fmla="*/ 511965 h 2810377"/>
              <a:gd name="csX16" fmla="*/ 1577409 w 2334646"/>
              <a:gd name="csY16" fmla="*/ 145260 h 2810377"/>
              <a:gd name="csX17" fmla="*/ 1722669 w 2334646"/>
              <a:gd name="csY17" fmla="*/ 0 h 2810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334646" h="2810377">
                <a:moveTo>
                  <a:pt x="167220" y="581547"/>
                </a:moveTo>
                <a:lnTo>
                  <a:pt x="1118298" y="581547"/>
                </a:lnTo>
                <a:cubicBezTo>
                  <a:pt x="1210651" y="581547"/>
                  <a:pt x="1285518" y="656414"/>
                  <a:pt x="1285518" y="748767"/>
                </a:cubicBezTo>
                <a:lnTo>
                  <a:pt x="1285518" y="2643157"/>
                </a:lnTo>
                <a:cubicBezTo>
                  <a:pt x="1285518" y="2735510"/>
                  <a:pt x="1210651" y="2810377"/>
                  <a:pt x="1118298" y="2810377"/>
                </a:cubicBezTo>
                <a:lnTo>
                  <a:pt x="167220" y="2810377"/>
                </a:lnTo>
                <a:cubicBezTo>
                  <a:pt x="74867" y="2810377"/>
                  <a:pt x="0" y="2735510"/>
                  <a:pt x="0" y="2643157"/>
                </a:cubicBezTo>
                <a:lnTo>
                  <a:pt x="0" y="748767"/>
                </a:lnTo>
                <a:cubicBezTo>
                  <a:pt x="0" y="656414"/>
                  <a:pt x="74867" y="581547"/>
                  <a:pt x="167220" y="581547"/>
                </a:cubicBezTo>
                <a:close/>
                <a:moveTo>
                  <a:pt x="1722669" y="0"/>
                </a:moveTo>
                <a:lnTo>
                  <a:pt x="2189386" y="0"/>
                </a:lnTo>
                <a:cubicBezTo>
                  <a:pt x="2269611" y="0"/>
                  <a:pt x="2334646" y="65035"/>
                  <a:pt x="2334646" y="145260"/>
                </a:cubicBezTo>
                <a:lnTo>
                  <a:pt x="2334646" y="511965"/>
                </a:lnTo>
                <a:cubicBezTo>
                  <a:pt x="2334646" y="592190"/>
                  <a:pt x="2269611" y="657225"/>
                  <a:pt x="2189386" y="657225"/>
                </a:cubicBezTo>
                <a:lnTo>
                  <a:pt x="1722669" y="657225"/>
                </a:lnTo>
                <a:cubicBezTo>
                  <a:pt x="1642444" y="657225"/>
                  <a:pt x="1577409" y="592190"/>
                  <a:pt x="1577409" y="511965"/>
                </a:cubicBezTo>
                <a:lnTo>
                  <a:pt x="1577409" y="145260"/>
                </a:lnTo>
                <a:cubicBezTo>
                  <a:pt x="1577409" y="65035"/>
                  <a:pt x="1642444" y="0"/>
                  <a:pt x="1722669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buFont typeface="Arial" panose="020B0604020202020204" pitchFamily="34" charset="0"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20765" y="2372243"/>
            <a:ext cx="2527936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7200" noProof="1">
                <a:solidFill>
                  <a:schemeClr val="tx2"/>
                </a:solidFill>
              </a:rPr>
              <a:t>Pause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704138" y="947491"/>
            <a:ext cx="403036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i-FI" sz="7200" noProof="0" dirty="0">
                <a:solidFill>
                  <a:schemeClr val="tx2"/>
                </a:solidFill>
              </a:rPr>
              <a:t>Tauko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241513" y="4231136"/>
            <a:ext cx="2026196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nb-NO" sz="7200">
                <a:solidFill>
                  <a:schemeClr val="tx2"/>
                </a:solidFill>
              </a:rPr>
              <a:t>Paus</a:t>
            </a:r>
          </a:p>
        </p:txBody>
      </p:sp>
    </p:spTree>
    <p:extLst>
      <p:ext uri="{BB962C8B-B14F-4D97-AF65-F5344CB8AC3E}">
        <p14:creationId xmlns:p14="http://schemas.microsoft.com/office/powerpoint/2010/main" val="1518829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k/Takk/Kii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6CB1DD4-3473-B344-19CE-4AE6BB971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80238" y="990932"/>
            <a:ext cx="3708000" cy="3502800"/>
          </a:xfrm>
          <a:prstGeom prst="roundRect">
            <a:avLst>
              <a:gd name="adj" fmla="val 6871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910C7-0D84-58E0-393D-E385FF8FD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1161" y="3804744"/>
            <a:ext cx="3953645" cy="1704450"/>
          </a:xfrm>
          <a:custGeom>
            <a:avLst/>
            <a:gdLst>
              <a:gd name="connsiteX0" fmla="*/ 2854181 w 3274744"/>
              <a:gd name="connsiteY0" fmla="*/ 0 h 1411770"/>
              <a:gd name="connsiteX1" fmla="*/ 3170286 w 3274744"/>
              <a:gd name="connsiteY1" fmla="*/ 0 h 1411770"/>
              <a:gd name="connsiteX2" fmla="*/ 3274744 w 3274744"/>
              <a:gd name="connsiteY2" fmla="*/ 104458 h 1411770"/>
              <a:gd name="connsiteX3" fmla="*/ 3274744 w 3274744"/>
              <a:gd name="connsiteY3" fmla="*/ 445417 h 1411770"/>
              <a:gd name="connsiteX4" fmla="*/ 3170286 w 3274744"/>
              <a:gd name="connsiteY4" fmla="*/ 549875 h 1411770"/>
              <a:gd name="connsiteX5" fmla="*/ 2854181 w 3274744"/>
              <a:gd name="connsiteY5" fmla="*/ 549875 h 1411770"/>
              <a:gd name="connsiteX6" fmla="*/ 2749723 w 3274744"/>
              <a:gd name="connsiteY6" fmla="*/ 445417 h 1411770"/>
              <a:gd name="connsiteX7" fmla="*/ 2749723 w 3274744"/>
              <a:gd name="connsiteY7" fmla="*/ 104458 h 1411770"/>
              <a:gd name="connsiteX8" fmla="*/ 2854181 w 3274744"/>
              <a:gd name="connsiteY8" fmla="*/ 0 h 1411770"/>
              <a:gd name="connsiteX9" fmla="*/ 183643 w 3274744"/>
              <a:gd name="connsiteY9" fmla="*/ 0 h 1411770"/>
              <a:gd name="connsiteX10" fmla="*/ 2326208 w 3274744"/>
              <a:gd name="connsiteY10" fmla="*/ 0 h 1411770"/>
              <a:gd name="connsiteX11" fmla="*/ 2509851 w 3274744"/>
              <a:gd name="connsiteY11" fmla="*/ 183643 h 1411770"/>
              <a:gd name="connsiteX12" fmla="*/ 2509851 w 3274744"/>
              <a:gd name="connsiteY12" fmla="*/ 1228127 h 1411770"/>
              <a:gd name="connsiteX13" fmla="*/ 2326208 w 3274744"/>
              <a:gd name="connsiteY13" fmla="*/ 1411770 h 1411770"/>
              <a:gd name="connsiteX14" fmla="*/ 183643 w 3274744"/>
              <a:gd name="connsiteY14" fmla="*/ 1411770 h 1411770"/>
              <a:gd name="connsiteX15" fmla="*/ 0 w 3274744"/>
              <a:gd name="connsiteY15" fmla="*/ 1228127 h 1411770"/>
              <a:gd name="connsiteX16" fmla="*/ 0 w 3274744"/>
              <a:gd name="connsiteY16" fmla="*/ 183643 h 1411770"/>
              <a:gd name="connsiteX17" fmla="*/ 183643 w 3274744"/>
              <a:gd name="connsiteY17" fmla="*/ 0 h 141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274744" h="1411770">
                <a:moveTo>
                  <a:pt x="2854181" y="0"/>
                </a:moveTo>
                <a:lnTo>
                  <a:pt x="3170286" y="0"/>
                </a:lnTo>
                <a:cubicBezTo>
                  <a:pt x="3227977" y="0"/>
                  <a:pt x="3274744" y="46767"/>
                  <a:pt x="3274744" y="104458"/>
                </a:cubicBezTo>
                <a:lnTo>
                  <a:pt x="3274744" y="445417"/>
                </a:lnTo>
                <a:cubicBezTo>
                  <a:pt x="3274744" y="503108"/>
                  <a:pt x="3227977" y="549875"/>
                  <a:pt x="3170286" y="549875"/>
                </a:cubicBezTo>
                <a:lnTo>
                  <a:pt x="2854181" y="549875"/>
                </a:lnTo>
                <a:cubicBezTo>
                  <a:pt x="2796490" y="549875"/>
                  <a:pt x="2749723" y="503108"/>
                  <a:pt x="2749723" y="445417"/>
                </a:cubicBezTo>
                <a:lnTo>
                  <a:pt x="2749723" y="104458"/>
                </a:lnTo>
                <a:cubicBezTo>
                  <a:pt x="2749723" y="46767"/>
                  <a:pt x="2796490" y="0"/>
                  <a:pt x="2854181" y="0"/>
                </a:cubicBezTo>
                <a:close/>
                <a:moveTo>
                  <a:pt x="183643" y="0"/>
                </a:moveTo>
                <a:lnTo>
                  <a:pt x="2326208" y="0"/>
                </a:lnTo>
                <a:cubicBezTo>
                  <a:pt x="2427631" y="0"/>
                  <a:pt x="2509851" y="82220"/>
                  <a:pt x="2509851" y="183643"/>
                </a:cubicBezTo>
                <a:lnTo>
                  <a:pt x="2509851" y="1228127"/>
                </a:lnTo>
                <a:cubicBezTo>
                  <a:pt x="2509851" y="1329550"/>
                  <a:pt x="2427631" y="1411770"/>
                  <a:pt x="2326208" y="1411770"/>
                </a:cubicBezTo>
                <a:lnTo>
                  <a:pt x="183643" y="1411770"/>
                </a:lnTo>
                <a:cubicBezTo>
                  <a:pt x="82220" y="1411770"/>
                  <a:pt x="0" y="1329550"/>
                  <a:pt x="0" y="1228127"/>
                </a:cubicBezTo>
                <a:lnTo>
                  <a:pt x="0" y="183643"/>
                </a:lnTo>
                <a:cubicBezTo>
                  <a:pt x="0" y="82220"/>
                  <a:pt x="82220" y="0"/>
                  <a:pt x="183643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F8C949F5-8A29-0982-8590-C5BE919CE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95513" y="1958250"/>
            <a:ext cx="2086920" cy="1696468"/>
          </a:xfrm>
          <a:prstGeom prst="roundRect">
            <a:avLst>
              <a:gd name="adj" fmla="val 13008"/>
            </a:avLst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buFont typeface="Arial" panose="020B0604020202020204" pitchFamily="34" charset="0"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EDD0B-644F-86C7-0831-33A1BC87F2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679340" y="424239"/>
            <a:ext cx="292266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8000" noProof="1">
                <a:solidFill>
                  <a:schemeClr val="tx2"/>
                </a:solidFill>
              </a:rPr>
              <a:t>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228F1-3E0D-9373-A106-F1C73EB92F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061523" y="1386248"/>
            <a:ext cx="2393284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i-FI" sz="8000" noProof="0">
                <a:solidFill>
                  <a:schemeClr val="tx2"/>
                </a:solidFill>
              </a:rPr>
              <a:t>Kiitos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A653B-92D7-7BDB-CB9F-8ED7E8560E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724471" y="4656969"/>
            <a:ext cx="2627751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nb-NO" sz="8000">
                <a:solidFill>
                  <a:schemeClr val="tx2"/>
                </a:solidFill>
              </a:rPr>
              <a:t>Takk</a:t>
            </a:r>
          </a:p>
        </p:txBody>
      </p:sp>
    </p:spTree>
    <p:extLst>
      <p:ext uri="{BB962C8B-B14F-4D97-AF65-F5344CB8AC3E}">
        <p14:creationId xmlns:p14="http://schemas.microsoft.com/office/powerpoint/2010/main" val="1011475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 t="-41000" b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ssholder for dato 20">
            <a:extLst>
              <a:ext uri="{FF2B5EF4-FFF2-40B4-BE49-F238E27FC236}">
                <a16:creationId xmlns:a16="http://schemas.microsoft.com/office/drawing/2014/main" id="{486BF7E5-C09B-A8CB-0662-AFD59058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4593" y="7538201"/>
            <a:ext cx="1619250" cy="191606"/>
          </a:xfrm>
        </p:spPr>
        <p:txBody>
          <a:bodyPr/>
          <a:lstStyle/>
          <a:p>
            <a:r>
              <a:rPr lang="nb-NO" noProof="0"/>
              <a:t>12/11/2025</a:t>
            </a:r>
            <a:endParaRPr lang="en-GB" noProof="0"/>
          </a:p>
        </p:txBody>
      </p:sp>
      <p:sp>
        <p:nvSpPr>
          <p:cNvPr id="22" name="Plassholder for bunntekst 21">
            <a:extLst>
              <a:ext uri="{FF2B5EF4-FFF2-40B4-BE49-F238E27FC236}">
                <a16:creationId xmlns:a16="http://schemas.microsoft.com/office/drawing/2014/main" id="{7DFDAAC7-0F12-9D62-C0BA-F410FC77B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3382" y="7538201"/>
            <a:ext cx="5291499" cy="191605"/>
          </a:xfrm>
        </p:spPr>
        <p:txBody>
          <a:bodyPr/>
          <a:lstStyle/>
          <a:p>
            <a:r>
              <a:rPr lang="en-GB" noProof="0"/>
              <a:t>Knowit Footer left margin</a:t>
            </a:r>
          </a:p>
        </p:txBody>
      </p:sp>
      <p:sp>
        <p:nvSpPr>
          <p:cNvPr id="23" name="Plassholder for lysbildenummer 22">
            <a:extLst>
              <a:ext uri="{FF2B5EF4-FFF2-40B4-BE49-F238E27FC236}">
                <a16:creationId xmlns:a16="http://schemas.microsoft.com/office/drawing/2014/main" id="{8D5D9F12-1D0A-7575-507D-5CF676374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5725" y="7538202"/>
            <a:ext cx="1611380" cy="184666"/>
          </a:xfrm>
        </p:spPr>
        <p:txBody>
          <a:bodyPr/>
          <a:lstStyle/>
          <a:p>
            <a:fld id="{CF236E94-CC9C-0247-80B3-0FFE97F543C2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ECA7AD2E-EB74-029C-9519-ACF387881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1"/>
            <a:ext cx="11520311" cy="6480175"/>
          </a:xfrm>
          <a:prstGeom prst="rect">
            <a:avLst/>
          </a:prstGeom>
        </p:spPr>
      </p:pic>
      <p:sp>
        <p:nvSpPr>
          <p:cNvPr id="13" name="Knowit logo" descr="Knowit logo">
            <a:extLst>
              <a:ext uri="{FF2B5EF4-FFF2-40B4-BE49-F238E27FC236}">
                <a16:creationId xmlns:a16="http://schemas.microsoft.com/office/drawing/2014/main" id="{03F983AB-8601-F9ED-0BA3-B90F9CA80D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595945" y="2542162"/>
            <a:ext cx="4328600" cy="985538"/>
          </a:xfrm>
          <a:custGeom>
            <a:avLst/>
            <a:gdLst>
              <a:gd name="connsiteX0" fmla="*/ 1244507 w 2750406"/>
              <a:gd name="connsiteY0" fmla="*/ 228336 h 626214"/>
              <a:gd name="connsiteX1" fmla="*/ 1096112 w 2750406"/>
              <a:gd name="connsiteY1" fmla="*/ 386941 h 626214"/>
              <a:gd name="connsiteX2" fmla="*/ 1245869 w 2750406"/>
              <a:gd name="connsiteY2" fmla="*/ 548280 h 626214"/>
              <a:gd name="connsiteX3" fmla="*/ 1395624 w 2750406"/>
              <a:gd name="connsiteY3" fmla="*/ 389675 h 626214"/>
              <a:gd name="connsiteX4" fmla="*/ 1244507 w 2750406"/>
              <a:gd name="connsiteY4" fmla="*/ 228336 h 626214"/>
              <a:gd name="connsiteX5" fmla="*/ 2223363 w 2750406"/>
              <a:gd name="connsiteY5" fmla="*/ 159973 h 626214"/>
              <a:gd name="connsiteX6" fmla="*/ 2324109 w 2750406"/>
              <a:gd name="connsiteY6" fmla="*/ 159973 h 626214"/>
              <a:gd name="connsiteX7" fmla="*/ 2326832 w 2750406"/>
              <a:gd name="connsiteY7" fmla="*/ 159973 h 626214"/>
              <a:gd name="connsiteX8" fmla="*/ 2340446 w 2750406"/>
              <a:gd name="connsiteY8" fmla="*/ 176381 h 626214"/>
              <a:gd name="connsiteX9" fmla="*/ 2340446 w 2750406"/>
              <a:gd name="connsiteY9" fmla="*/ 537343 h 626214"/>
              <a:gd name="connsiteX10" fmla="*/ 2377204 w 2750406"/>
              <a:gd name="connsiteY10" fmla="*/ 537343 h 626214"/>
              <a:gd name="connsiteX11" fmla="*/ 2381288 w 2750406"/>
              <a:gd name="connsiteY11" fmla="*/ 537343 h 626214"/>
              <a:gd name="connsiteX12" fmla="*/ 2394902 w 2750406"/>
              <a:gd name="connsiteY12" fmla="*/ 555117 h 626214"/>
              <a:gd name="connsiteX13" fmla="*/ 2394902 w 2750406"/>
              <a:gd name="connsiteY13" fmla="*/ 601606 h 626214"/>
              <a:gd name="connsiteX14" fmla="*/ 2394902 w 2750406"/>
              <a:gd name="connsiteY14" fmla="*/ 605707 h 626214"/>
              <a:gd name="connsiteX15" fmla="*/ 2377204 w 2750406"/>
              <a:gd name="connsiteY15" fmla="*/ 619379 h 626214"/>
              <a:gd name="connsiteX16" fmla="*/ 2194774 w 2750406"/>
              <a:gd name="connsiteY16" fmla="*/ 619379 h 626214"/>
              <a:gd name="connsiteX17" fmla="*/ 2190690 w 2750406"/>
              <a:gd name="connsiteY17" fmla="*/ 619379 h 626214"/>
              <a:gd name="connsiteX18" fmla="*/ 2177075 w 2750406"/>
              <a:gd name="connsiteY18" fmla="*/ 601606 h 626214"/>
              <a:gd name="connsiteX19" fmla="*/ 2177075 w 2750406"/>
              <a:gd name="connsiteY19" fmla="*/ 556485 h 626214"/>
              <a:gd name="connsiteX20" fmla="*/ 2177075 w 2750406"/>
              <a:gd name="connsiteY20" fmla="*/ 552382 h 626214"/>
              <a:gd name="connsiteX21" fmla="*/ 2194774 w 2750406"/>
              <a:gd name="connsiteY21" fmla="*/ 538709 h 626214"/>
              <a:gd name="connsiteX22" fmla="*/ 2261483 w 2750406"/>
              <a:gd name="connsiteY22" fmla="*/ 538709 h 626214"/>
              <a:gd name="connsiteX23" fmla="*/ 2261483 w 2750406"/>
              <a:gd name="connsiteY23" fmla="*/ 240642 h 626214"/>
              <a:gd name="connsiteX24" fmla="*/ 2224725 w 2750406"/>
              <a:gd name="connsiteY24" fmla="*/ 240642 h 626214"/>
              <a:gd name="connsiteX25" fmla="*/ 2220641 w 2750406"/>
              <a:gd name="connsiteY25" fmla="*/ 240642 h 626214"/>
              <a:gd name="connsiteX26" fmla="*/ 2207026 w 2750406"/>
              <a:gd name="connsiteY26" fmla="*/ 222868 h 626214"/>
              <a:gd name="connsiteX27" fmla="*/ 2207026 w 2750406"/>
              <a:gd name="connsiteY27" fmla="*/ 177747 h 626214"/>
              <a:gd name="connsiteX28" fmla="*/ 2207026 w 2750406"/>
              <a:gd name="connsiteY28" fmla="*/ 173646 h 626214"/>
              <a:gd name="connsiteX29" fmla="*/ 2223363 w 2750406"/>
              <a:gd name="connsiteY29" fmla="*/ 159973 h 626214"/>
              <a:gd name="connsiteX30" fmla="*/ 1481393 w 2750406"/>
              <a:gd name="connsiteY30" fmla="*/ 158605 h 626214"/>
              <a:gd name="connsiteX31" fmla="*/ 1639318 w 2750406"/>
              <a:gd name="connsiteY31" fmla="*/ 158605 h 626214"/>
              <a:gd name="connsiteX32" fmla="*/ 1643402 w 2750406"/>
              <a:gd name="connsiteY32" fmla="*/ 158605 h 626214"/>
              <a:gd name="connsiteX33" fmla="*/ 1657016 w 2750406"/>
              <a:gd name="connsiteY33" fmla="*/ 175013 h 626214"/>
              <a:gd name="connsiteX34" fmla="*/ 1657016 w 2750406"/>
              <a:gd name="connsiteY34" fmla="*/ 220132 h 626214"/>
              <a:gd name="connsiteX35" fmla="*/ 1657016 w 2750406"/>
              <a:gd name="connsiteY35" fmla="*/ 224235 h 626214"/>
              <a:gd name="connsiteX36" fmla="*/ 1639318 w 2750406"/>
              <a:gd name="connsiteY36" fmla="*/ 237907 h 626214"/>
              <a:gd name="connsiteX37" fmla="*/ 1603920 w 2750406"/>
              <a:gd name="connsiteY37" fmla="*/ 237907 h 626214"/>
              <a:gd name="connsiteX38" fmla="*/ 1678799 w 2750406"/>
              <a:gd name="connsiteY38" fmla="*/ 481283 h 626214"/>
              <a:gd name="connsiteX39" fmla="*/ 1783627 w 2750406"/>
              <a:gd name="connsiteY39" fmla="*/ 172278 h 626214"/>
              <a:gd name="connsiteX40" fmla="*/ 1802687 w 2750406"/>
              <a:gd name="connsiteY40" fmla="*/ 158605 h 626214"/>
              <a:gd name="connsiteX41" fmla="*/ 1833999 w 2750406"/>
              <a:gd name="connsiteY41" fmla="*/ 158605 h 626214"/>
              <a:gd name="connsiteX42" fmla="*/ 1853059 w 2750406"/>
              <a:gd name="connsiteY42" fmla="*/ 172278 h 626214"/>
              <a:gd name="connsiteX43" fmla="*/ 1959250 w 2750406"/>
              <a:gd name="connsiteY43" fmla="*/ 481283 h 626214"/>
              <a:gd name="connsiteX44" fmla="*/ 2034127 w 2750406"/>
              <a:gd name="connsiteY44" fmla="*/ 239274 h 626214"/>
              <a:gd name="connsiteX45" fmla="*/ 1998730 w 2750406"/>
              <a:gd name="connsiteY45" fmla="*/ 239274 h 626214"/>
              <a:gd name="connsiteX46" fmla="*/ 1994646 w 2750406"/>
              <a:gd name="connsiteY46" fmla="*/ 239274 h 626214"/>
              <a:gd name="connsiteX47" fmla="*/ 1981032 w 2750406"/>
              <a:gd name="connsiteY47" fmla="*/ 221500 h 626214"/>
              <a:gd name="connsiteX48" fmla="*/ 1981032 w 2750406"/>
              <a:gd name="connsiteY48" fmla="*/ 176379 h 626214"/>
              <a:gd name="connsiteX49" fmla="*/ 1981032 w 2750406"/>
              <a:gd name="connsiteY49" fmla="*/ 172278 h 626214"/>
              <a:gd name="connsiteX50" fmla="*/ 1998730 w 2750406"/>
              <a:gd name="connsiteY50" fmla="*/ 158605 h 626214"/>
              <a:gd name="connsiteX51" fmla="*/ 2155293 w 2750406"/>
              <a:gd name="connsiteY51" fmla="*/ 158605 h 626214"/>
              <a:gd name="connsiteX52" fmla="*/ 2158017 w 2750406"/>
              <a:gd name="connsiteY52" fmla="*/ 159972 h 626214"/>
              <a:gd name="connsiteX53" fmla="*/ 2171631 w 2750406"/>
              <a:gd name="connsiteY53" fmla="*/ 176379 h 626214"/>
              <a:gd name="connsiteX54" fmla="*/ 2171631 w 2750406"/>
              <a:gd name="connsiteY54" fmla="*/ 221500 h 626214"/>
              <a:gd name="connsiteX55" fmla="*/ 2171631 w 2750406"/>
              <a:gd name="connsiteY55" fmla="*/ 224235 h 626214"/>
              <a:gd name="connsiteX56" fmla="*/ 2153931 w 2750406"/>
              <a:gd name="connsiteY56" fmla="*/ 237907 h 626214"/>
              <a:gd name="connsiteX57" fmla="*/ 2117173 w 2750406"/>
              <a:gd name="connsiteY57" fmla="*/ 237907 h 626214"/>
              <a:gd name="connsiteX58" fmla="*/ 1991923 w 2750406"/>
              <a:gd name="connsiteY58" fmla="*/ 604338 h 626214"/>
              <a:gd name="connsiteX59" fmla="*/ 1972864 w 2750406"/>
              <a:gd name="connsiteY59" fmla="*/ 618011 h 626214"/>
              <a:gd name="connsiteX60" fmla="*/ 1938828 w 2750406"/>
              <a:gd name="connsiteY60" fmla="*/ 618011 h 626214"/>
              <a:gd name="connsiteX61" fmla="*/ 1919768 w 2750406"/>
              <a:gd name="connsiteY61" fmla="*/ 604338 h 626214"/>
              <a:gd name="connsiteX62" fmla="*/ 1816301 w 2750406"/>
              <a:gd name="connsiteY62" fmla="*/ 303537 h 626214"/>
              <a:gd name="connsiteX63" fmla="*/ 1712834 w 2750406"/>
              <a:gd name="connsiteY63" fmla="*/ 604338 h 626214"/>
              <a:gd name="connsiteX64" fmla="*/ 1693774 w 2750406"/>
              <a:gd name="connsiteY64" fmla="*/ 618011 h 626214"/>
              <a:gd name="connsiteX65" fmla="*/ 1659739 w 2750406"/>
              <a:gd name="connsiteY65" fmla="*/ 618011 h 626214"/>
              <a:gd name="connsiteX66" fmla="*/ 1640678 w 2750406"/>
              <a:gd name="connsiteY66" fmla="*/ 604338 h 626214"/>
              <a:gd name="connsiteX67" fmla="*/ 1516790 w 2750406"/>
              <a:gd name="connsiteY67" fmla="*/ 237907 h 626214"/>
              <a:gd name="connsiteX68" fmla="*/ 1480031 w 2750406"/>
              <a:gd name="connsiteY68" fmla="*/ 237907 h 626214"/>
              <a:gd name="connsiteX69" fmla="*/ 1477309 w 2750406"/>
              <a:gd name="connsiteY69" fmla="*/ 237907 h 626214"/>
              <a:gd name="connsiteX70" fmla="*/ 1463694 w 2750406"/>
              <a:gd name="connsiteY70" fmla="*/ 220132 h 626214"/>
              <a:gd name="connsiteX71" fmla="*/ 1463694 w 2750406"/>
              <a:gd name="connsiteY71" fmla="*/ 175013 h 626214"/>
              <a:gd name="connsiteX72" fmla="*/ 1463694 w 2750406"/>
              <a:gd name="connsiteY72" fmla="*/ 172278 h 626214"/>
              <a:gd name="connsiteX73" fmla="*/ 1481393 w 2750406"/>
              <a:gd name="connsiteY73" fmla="*/ 158605 h 626214"/>
              <a:gd name="connsiteX74" fmla="*/ 773458 w 2750406"/>
              <a:gd name="connsiteY74" fmla="*/ 150401 h 626214"/>
              <a:gd name="connsiteX75" fmla="*/ 959971 w 2750406"/>
              <a:gd name="connsiteY75" fmla="*/ 341820 h 626214"/>
              <a:gd name="connsiteX76" fmla="*/ 959971 w 2750406"/>
              <a:gd name="connsiteY76" fmla="*/ 537342 h 626214"/>
              <a:gd name="connsiteX77" fmla="*/ 996730 w 2750406"/>
              <a:gd name="connsiteY77" fmla="*/ 537342 h 626214"/>
              <a:gd name="connsiteX78" fmla="*/ 1002175 w 2750406"/>
              <a:gd name="connsiteY78" fmla="*/ 537342 h 626214"/>
              <a:gd name="connsiteX79" fmla="*/ 1015790 w 2750406"/>
              <a:gd name="connsiteY79" fmla="*/ 555116 h 626214"/>
              <a:gd name="connsiteX80" fmla="*/ 1015790 w 2750406"/>
              <a:gd name="connsiteY80" fmla="*/ 601603 h 626214"/>
              <a:gd name="connsiteX81" fmla="*/ 1015790 w 2750406"/>
              <a:gd name="connsiteY81" fmla="*/ 605706 h 626214"/>
              <a:gd name="connsiteX82" fmla="*/ 998091 w 2750406"/>
              <a:gd name="connsiteY82" fmla="*/ 619378 h 626214"/>
              <a:gd name="connsiteX83" fmla="*/ 845613 w 2750406"/>
              <a:gd name="connsiteY83" fmla="*/ 619378 h 626214"/>
              <a:gd name="connsiteX84" fmla="*/ 841529 w 2750406"/>
              <a:gd name="connsiteY84" fmla="*/ 619378 h 626214"/>
              <a:gd name="connsiteX85" fmla="*/ 827914 w 2750406"/>
              <a:gd name="connsiteY85" fmla="*/ 601603 h 626214"/>
              <a:gd name="connsiteX86" fmla="*/ 827914 w 2750406"/>
              <a:gd name="connsiteY86" fmla="*/ 556484 h 626214"/>
              <a:gd name="connsiteX87" fmla="*/ 827914 w 2750406"/>
              <a:gd name="connsiteY87" fmla="*/ 552381 h 626214"/>
              <a:gd name="connsiteX88" fmla="*/ 844251 w 2750406"/>
              <a:gd name="connsiteY88" fmla="*/ 537342 h 626214"/>
              <a:gd name="connsiteX89" fmla="*/ 881010 w 2750406"/>
              <a:gd name="connsiteY89" fmla="*/ 537342 h 626214"/>
              <a:gd name="connsiteX90" fmla="*/ 881010 w 2750406"/>
              <a:gd name="connsiteY90" fmla="*/ 350024 h 626214"/>
              <a:gd name="connsiteX91" fmla="*/ 769374 w 2750406"/>
              <a:gd name="connsiteY91" fmla="*/ 226969 h 626214"/>
              <a:gd name="connsiteX92" fmla="*/ 645485 w 2750406"/>
              <a:gd name="connsiteY92" fmla="*/ 355493 h 626214"/>
              <a:gd name="connsiteX93" fmla="*/ 645485 w 2750406"/>
              <a:gd name="connsiteY93" fmla="*/ 537342 h 626214"/>
              <a:gd name="connsiteX94" fmla="*/ 680882 w 2750406"/>
              <a:gd name="connsiteY94" fmla="*/ 537342 h 626214"/>
              <a:gd name="connsiteX95" fmla="*/ 684966 w 2750406"/>
              <a:gd name="connsiteY95" fmla="*/ 537342 h 626214"/>
              <a:gd name="connsiteX96" fmla="*/ 698580 w 2750406"/>
              <a:gd name="connsiteY96" fmla="*/ 555116 h 626214"/>
              <a:gd name="connsiteX97" fmla="*/ 698580 w 2750406"/>
              <a:gd name="connsiteY97" fmla="*/ 601603 h 626214"/>
              <a:gd name="connsiteX98" fmla="*/ 698580 w 2750406"/>
              <a:gd name="connsiteY98" fmla="*/ 604338 h 626214"/>
              <a:gd name="connsiteX99" fmla="*/ 680882 w 2750406"/>
              <a:gd name="connsiteY99" fmla="*/ 618010 h 626214"/>
              <a:gd name="connsiteX100" fmla="*/ 528404 w 2750406"/>
              <a:gd name="connsiteY100" fmla="*/ 618010 h 626214"/>
              <a:gd name="connsiteX101" fmla="*/ 525681 w 2750406"/>
              <a:gd name="connsiteY101" fmla="*/ 618010 h 626214"/>
              <a:gd name="connsiteX102" fmla="*/ 510704 w 2750406"/>
              <a:gd name="connsiteY102" fmla="*/ 601603 h 626214"/>
              <a:gd name="connsiteX103" fmla="*/ 510704 w 2750406"/>
              <a:gd name="connsiteY103" fmla="*/ 556484 h 626214"/>
              <a:gd name="connsiteX104" fmla="*/ 510704 w 2750406"/>
              <a:gd name="connsiteY104" fmla="*/ 552381 h 626214"/>
              <a:gd name="connsiteX105" fmla="*/ 528404 w 2750406"/>
              <a:gd name="connsiteY105" fmla="*/ 538708 h 626214"/>
              <a:gd name="connsiteX106" fmla="*/ 565162 w 2750406"/>
              <a:gd name="connsiteY106" fmla="*/ 538708 h 626214"/>
              <a:gd name="connsiteX107" fmla="*/ 565162 w 2750406"/>
              <a:gd name="connsiteY107" fmla="*/ 240641 h 626214"/>
              <a:gd name="connsiteX108" fmla="*/ 528404 w 2750406"/>
              <a:gd name="connsiteY108" fmla="*/ 240641 h 626214"/>
              <a:gd name="connsiteX109" fmla="*/ 524320 w 2750406"/>
              <a:gd name="connsiteY109" fmla="*/ 240641 h 626214"/>
              <a:gd name="connsiteX110" fmla="*/ 510704 w 2750406"/>
              <a:gd name="connsiteY110" fmla="*/ 222868 h 626214"/>
              <a:gd name="connsiteX111" fmla="*/ 510704 w 2750406"/>
              <a:gd name="connsiteY111" fmla="*/ 177747 h 626214"/>
              <a:gd name="connsiteX112" fmla="*/ 510704 w 2750406"/>
              <a:gd name="connsiteY112" fmla="*/ 173646 h 626214"/>
              <a:gd name="connsiteX113" fmla="*/ 528404 w 2750406"/>
              <a:gd name="connsiteY113" fmla="*/ 159973 h 626214"/>
              <a:gd name="connsiteX114" fmla="*/ 626425 w 2750406"/>
              <a:gd name="connsiteY114" fmla="*/ 159973 h 626214"/>
              <a:gd name="connsiteX115" fmla="*/ 630510 w 2750406"/>
              <a:gd name="connsiteY115" fmla="*/ 159973 h 626214"/>
              <a:gd name="connsiteX116" fmla="*/ 644124 w 2750406"/>
              <a:gd name="connsiteY116" fmla="*/ 176380 h 626214"/>
              <a:gd name="connsiteX117" fmla="*/ 644124 w 2750406"/>
              <a:gd name="connsiteY117" fmla="*/ 198257 h 626214"/>
              <a:gd name="connsiteX118" fmla="*/ 773458 w 2750406"/>
              <a:gd name="connsiteY118" fmla="*/ 150401 h 626214"/>
              <a:gd name="connsiteX119" fmla="*/ 1245869 w 2750406"/>
              <a:gd name="connsiteY119" fmla="*/ 150400 h 626214"/>
              <a:gd name="connsiteX120" fmla="*/ 1251314 w 2750406"/>
              <a:gd name="connsiteY120" fmla="*/ 151768 h 626214"/>
              <a:gd name="connsiteX121" fmla="*/ 1478670 w 2750406"/>
              <a:gd name="connsiteY121" fmla="*/ 388307 h 626214"/>
              <a:gd name="connsiteX122" fmla="*/ 1478670 w 2750406"/>
              <a:gd name="connsiteY122" fmla="*/ 392408 h 626214"/>
              <a:gd name="connsiteX123" fmla="*/ 1244507 w 2750406"/>
              <a:gd name="connsiteY123" fmla="*/ 626214 h 626214"/>
              <a:gd name="connsiteX124" fmla="*/ 1240423 w 2750406"/>
              <a:gd name="connsiteY124" fmla="*/ 626214 h 626214"/>
              <a:gd name="connsiteX125" fmla="*/ 1013066 w 2750406"/>
              <a:gd name="connsiteY125" fmla="*/ 389675 h 626214"/>
              <a:gd name="connsiteX126" fmla="*/ 1013066 w 2750406"/>
              <a:gd name="connsiteY126" fmla="*/ 384206 h 626214"/>
              <a:gd name="connsiteX127" fmla="*/ 1245869 w 2750406"/>
              <a:gd name="connsiteY127" fmla="*/ 150400 h 626214"/>
              <a:gd name="connsiteX128" fmla="*/ 2490202 w 2750406"/>
              <a:gd name="connsiteY128" fmla="*/ 47856 h 626214"/>
              <a:gd name="connsiteX129" fmla="*/ 2536491 w 2750406"/>
              <a:gd name="connsiteY129" fmla="*/ 47856 h 626214"/>
              <a:gd name="connsiteX130" fmla="*/ 2540574 w 2750406"/>
              <a:gd name="connsiteY130" fmla="*/ 47856 h 626214"/>
              <a:gd name="connsiteX131" fmla="*/ 2554188 w 2750406"/>
              <a:gd name="connsiteY131" fmla="*/ 65630 h 626214"/>
              <a:gd name="connsiteX132" fmla="*/ 2554188 w 2750406"/>
              <a:gd name="connsiteY132" fmla="*/ 159973 h 626214"/>
              <a:gd name="connsiteX133" fmla="*/ 2660378 w 2750406"/>
              <a:gd name="connsiteY133" fmla="*/ 159973 h 626214"/>
              <a:gd name="connsiteX134" fmla="*/ 2663102 w 2750406"/>
              <a:gd name="connsiteY134" fmla="*/ 159973 h 626214"/>
              <a:gd name="connsiteX135" fmla="*/ 2676716 w 2750406"/>
              <a:gd name="connsiteY135" fmla="*/ 176380 h 626214"/>
              <a:gd name="connsiteX136" fmla="*/ 2676716 w 2750406"/>
              <a:gd name="connsiteY136" fmla="*/ 221500 h 626214"/>
              <a:gd name="connsiteX137" fmla="*/ 2676716 w 2750406"/>
              <a:gd name="connsiteY137" fmla="*/ 225602 h 626214"/>
              <a:gd name="connsiteX138" fmla="*/ 2659018 w 2750406"/>
              <a:gd name="connsiteY138" fmla="*/ 239275 h 626214"/>
              <a:gd name="connsiteX139" fmla="*/ 2552828 w 2750406"/>
              <a:gd name="connsiteY139" fmla="*/ 239275 h 626214"/>
              <a:gd name="connsiteX140" fmla="*/ 2552828 w 2750406"/>
              <a:gd name="connsiteY140" fmla="*/ 485385 h 626214"/>
              <a:gd name="connsiteX141" fmla="*/ 2615453 w 2750406"/>
              <a:gd name="connsiteY141" fmla="*/ 546913 h 626214"/>
              <a:gd name="connsiteX142" fmla="*/ 2669909 w 2750406"/>
              <a:gd name="connsiteY142" fmla="*/ 486752 h 626214"/>
              <a:gd name="connsiteX143" fmla="*/ 2669909 w 2750406"/>
              <a:gd name="connsiteY143" fmla="*/ 401981 h 626214"/>
              <a:gd name="connsiteX144" fmla="*/ 2669909 w 2750406"/>
              <a:gd name="connsiteY144" fmla="*/ 397879 h 626214"/>
              <a:gd name="connsiteX145" fmla="*/ 2687606 w 2750406"/>
              <a:gd name="connsiteY145" fmla="*/ 384207 h 626214"/>
              <a:gd name="connsiteX146" fmla="*/ 2731173 w 2750406"/>
              <a:gd name="connsiteY146" fmla="*/ 384207 h 626214"/>
              <a:gd name="connsiteX147" fmla="*/ 2736618 w 2750406"/>
              <a:gd name="connsiteY147" fmla="*/ 385573 h 626214"/>
              <a:gd name="connsiteX148" fmla="*/ 2750232 w 2750406"/>
              <a:gd name="connsiteY148" fmla="*/ 403349 h 626214"/>
              <a:gd name="connsiteX149" fmla="*/ 2750232 w 2750406"/>
              <a:gd name="connsiteY149" fmla="*/ 494955 h 626214"/>
              <a:gd name="connsiteX150" fmla="*/ 2610007 w 2750406"/>
              <a:gd name="connsiteY150" fmla="*/ 626214 h 626214"/>
              <a:gd name="connsiteX151" fmla="*/ 2473865 w 2750406"/>
              <a:gd name="connsiteY151" fmla="*/ 490854 h 626214"/>
              <a:gd name="connsiteX152" fmla="*/ 2473865 w 2750406"/>
              <a:gd name="connsiteY152" fmla="*/ 240642 h 626214"/>
              <a:gd name="connsiteX153" fmla="*/ 2424854 w 2750406"/>
              <a:gd name="connsiteY153" fmla="*/ 240642 h 626214"/>
              <a:gd name="connsiteX154" fmla="*/ 2420770 w 2750406"/>
              <a:gd name="connsiteY154" fmla="*/ 240642 h 626214"/>
              <a:gd name="connsiteX155" fmla="*/ 2407155 w 2750406"/>
              <a:gd name="connsiteY155" fmla="*/ 222868 h 626214"/>
              <a:gd name="connsiteX156" fmla="*/ 2407155 w 2750406"/>
              <a:gd name="connsiteY156" fmla="*/ 177747 h 626214"/>
              <a:gd name="connsiteX157" fmla="*/ 2407155 w 2750406"/>
              <a:gd name="connsiteY157" fmla="*/ 175012 h 626214"/>
              <a:gd name="connsiteX158" fmla="*/ 2423492 w 2750406"/>
              <a:gd name="connsiteY158" fmla="*/ 161340 h 626214"/>
              <a:gd name="connsiteX159" fmla="*/ 2472503 w 2750406"/>
              <a:gd name="connsiteY159" fmla="*/ 161340 h 626214"/>
              <a:gd name="connsiteX160" fmla="*/ 2472503 w 2750406"/>
              <a:gd name="connsiteY160" fmla="*/ 65630 h 626214"/>
              <a:gd name="connsiteX161" fmla="*/ 2472503 w 2750406"/>
              <a:gd name="connsiteY161" fmla="*/ 61529 h 626214"/>
              <a:gd name="connsiteX162" fmla="*/ 2490202 w 2750406"/>
              <a:gd name="connsiteY162" fmla="*/ 47856 h 626214"/>
              <a:gd name="connsiteX163" fmla="*/ 17874 w 2750406"/>
              <a:gd name="connsiteY163" fmla="*/ 46489 h 626214"/>
              <a:gd name="connsiteX164" fmla="*/ 118618 w 2750406"/>
              <a:gd name="connsiteY164" fmla="*/ 46489 h 626214"/>
              <a:gd name="connsiteX165" fmla="*/ 122703 w 2750406"/>
              <a:gd name="connsiteY165" fmla="*/ 46489 h 626214"/>
              <a:gd name="connsiteX166" fmla="*/ 136317 w 2750406"/>
              <a:gd name="connsiteY166" fmla="*/ 64263 h 626214"/>
              <a:gd name="connsiteX167" fmla="*/ 136317 w 2750406"/>
              <a:gd name="connsiteY167" fmla="*/ 396513 h 626214"/>
              <a:gd name="connsiteX168" fmla="*/ 345975 w 2750406"/>
              <a:gd name="connsiteY168" fmla="*/ 184584 h 626214"/>
              <a:gd name="connsiteX169" fmla="*/ 392263 w 2750406"/>
              <a:gd name="connsiteY169" fmla="*/ 158606 h 626214"/>
              <a:gd name="connsiteX170" fmla="*/ 457611 w 2750406"/>
              <a:gd name="connsiteY170" fmla="*/ 158606 h 626214"/>
              <a:gd name="connsiteX171" fmla="*/ 458972 w 2750406"/>
              <a:gd name="connsiteY171" fmla="*/ 157238 h 626214"/>
              <a:gd name="connsiteX172" fmla="*/ 472586 w 2750406"/>
              <a:gd name="connsiteY172" fmla="*/ 175014 h 626214"/>
              <a:gd name="connsiteX173" fmla="*/ 472586 w 2750406"/>
              <a:gd name="connsiteY173" fmla="*/ 221501 h 626214"/>
              <a:gd name="connsiteX174" fmla="*/ 472586 w 2750406"/>
              <a:gd name="connsiteY174" fmla="*/ 224236 h 626214"/>
              <a:gd name="connsiteX175" fmla="*/ 456249 w 2750406"/>
              <a:gd name="connsiteY175" fmla="*/ 237908 h 626214"/>
              <a:gd name="connsiteX176" fmla="*/ 394986 w 2750406"/>
              <a:gd name="connsiteY176" fmla="*/ 237908 h 626214"/>
              <a:gd name="connsiteX177" fmla="*/ 269735 w 2750406"/>
              <a:gd name="connsiteY177" fmla="*/ 366433 h 626214"/>
              <a:gd name="connsiteX178" fmla="*/ 407239 w 2750406"/>
              <a:gd name="connsiteY178" fmla="*/ 537342 h 626214"/>
              <a:gd name="connsiteX179" fmla="*/ 456249 w 2750406"/>
              <a:gd name="connsiteY179" fmla="*/ 537342 h 626214"/>
              <a:gd name="connsiteX180" fmla="*/ 460334 w 2750406"/>
              <a:gd name="connsiteY180" fmla="*/ 537342 h 626214"/>
              <a:gd name="connsiteX181" fmla="*/ 473948 w 2750406"/>
              <a:gd name="connsiteY181" fmla="*/ 555117 h 626214"/>
              <a:gd name="connsiteX182" fmla="*/ 473948 w 2750406"/>
              <a:gd name="connsiteY182" fmla="*/ 597502 h 626214"/>
              <a:gd name="connsiteX183" fmla="*/ 473948 w 2750406"/>
              <a:gd name="connsiteY183" fmla="*/ 601605 h 626214"/>
              <a:gd name="connsiteX184" fmla="*/ 457611 w 2750406"/>
              <a:gd name="connsiteY184" fmla="*/ 615277 h 626214"/>
              <a:gd name="connsiteX185" fmla="*/ 397709 w 2750406"/>
              <a:gd name="connsiteY185" fmla="*/ 615277 h 626214"/>
              <a:gd name="connsiteX186" fmla="*/ 352782 w 2750406"/>
              <a:gd name="connsiteY186" fmla="*/ 592033 h 626214"/>
              <a:gd name="connsiteX187" fmla="*/ 213917 w 2750406"/>
              <a:gd name="connsiteY187" fmla="*/ 422490 h 626214"/>
              <a:gd name="connsiteX188" fmla="*/ 134955 w 2750406"/>
              <a:gd name="connsiteY188" fmla="*/ 503161 h 626214"/>
              <a:gd name="connsiteX189" fmla="*/ 134955 w 2750406"/>
              <a:gd name="connsiteY189" fmla="*/ 537342 h 626214"/>
              <a:gd name="connsiteX190" fmla="*/ 170352 w 2750406"/>
              <a:gd name="connsiteY190" fmla="*/ 537342 h 626214"/>
              <a:gd name="connsiteX191" fmla="*/ 174436 w 2750406"/>
              <a:gd name="connsiteY191" fmla="*/ 537342 h 626214"/>
              <a:gd name="connsiteX192" fmla="*/ 188050 w 2750406"/>
              <a:gd name="connsiteY192" fmla="*/ 555117 h 626214"/>
              <a:gd name="connsiteX193" fmla="*/ 188050 w 2750406"/>
              <a:gd name="connsiteY193" fmla="*/ 601605 h 626214"/>
              <a:gd name="connsiteX194" fmla="*/ 188050 w 2750406"/>
              <a:gd name="connsiteY194" fmla="*/ 605706 h 626214"/>
              <a:gd name="connsiteX195" fmla="*/ 170352 w 2750406"/>
              <a:gd name="connsiteY195" fmla="*/ 618012 h 626214"/>
              <a:gd name="connsiteX196" fmla="*/ 17874 w 2750406"/>
              <a:gd name="connsiteY196" fmla="*/ 618012 h 626214"/>
              <a:gd name="connsiteX197" fmla="*/ 13790 w 2750406"/>
              <a:gd name="connsiteY197" fmla="*/ 618012 h 626214"/>
              <a:gd name="connsiteX198" fmla="*/ 174 w 2750406"/>
              <a:gd name="connsiteY198" fmla="*/ 600237 h 626214"/>
              <a:gd name="connsiteX199" fmla="*/ 174 w 2750406"/>
              <a:gd name="connsiteY199" fmla="*/ 555117 h 626214"/>
              <a:gd name="connsiteX200" fmla="*/ 174 w 2750406"/>
              <a:gd name="connsiteY200" fmla="*/ 551015 h 626214"/>
              <a:gd name="connsiteX201" fmla="*/ 17874 w 2750406"/>
              <a:gd name="connsiteY201" fmla="*/ 537342 h 626214"/>
              <a:gd name="connsiteX202" fmla="*/ 54632 w 2750406"/>
              <a:gd name="connsiteY202" fmla="*/ 537342 h 626214"/>
              <a:gd name="connsiteX203" fmla="*/ 54632 w 2750406"/>
              <a:gd name="connsiteY203" fmla="*/ 127158 h 626214"/>
              <a:gd name="connsiteX204" fmla="*/ 17874 w 2750406"/>
              <a:gd name="connsiteY204" fmla="*/ 127158 h 626214"/>
              <a:gd name="connsiteX205" fmla="*/ 13790 w 2750406"/>
              <a:gd name="connsiteY205" fmla="*/ 127158 h 626214"/>
              <a:gd name="connsiteX206" fmla="*/ 174 w 2750406"/>
              <a:gd name="connsiteY206" fmla="*/ 109384 h 626214"/>
              <a:gd name="connsiteX207" fmla="*/ 174 w 2750406"/>
              <a:gd name="connsiteY207" fmla="*/ 64263 h 626214"/>
              <a:gd name="connsiteX208" fmla="*/ 174 w 2750406"/>
              <a:gd name="connsiteY208" fmla="*/ 60162 h 626214"/>
              <a:gd name="connsiteX209" fmla="*/ 17874 w 2750406"/>
              <a:gd name="connsiteY209" fmla="*/ 46489 h 626214"/>
              <a:gd name="connsiteX210" fmla="*/ 2298241 w 2750406"/>
              <a:gd name="connsiteY210" fmla="*/ 0 h 626214"/>
              <a:gd name="connsiteX211" fmla="*/ 2348613 w 2750406"/>
              <a:gd name="connsiteY211" fmla="*/ 50590 h 626214"/>
              <a:gd name="connsiteX212" fmla="*/ 2298241 w 2750406"/>
              <a:gd name="connsiteY212" fmla="*/ 101178 h 626214"/>
              <a:gd name="connsiteX213" fmla="*/ 2247869 w 2750406"/>
              <a:gd name="connsiteY213" fmla="*/ 50590 h 626214"/>
              <a:gd name="connsiteX214" fmla="*/ 2298241 w 2750406"/>
              <a:gd name="connsiteY214" fmla="*/ 0 h 62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2750406" h="626214">
                <a:moveTo>
                  <a:pt x="1244507" y="228336"/>
                </a:moveTo>
                <a:cubicBezTo>
                  <a:pt x="1160100" y="228336"/>
                  <a:pt x="1096112" y="296699"/>
                  <a:pt x="1096112" y="386941"/>
                </a:cubicBezTo>
                <a:cubicBezTo>
                  <a:pt x="1096112" y="477181"/>
                  <a:pt x="1161461" y="548280"/>
                  <a:pt x="1245869" y="548280"/>
                </a:cubicBezTo>
                <a:cubicBezTo>
                  <a:pt x="1330276" y="548280"/>
                  <a:pt x="1395624" y="479916"/>
                  <a:pt x="1395624" y="389675"/>
                </a:cubicBezTo>
                <a:cubicBezTo>
                  <a:pt x="1395624" y="299435"/>
                  <a:pt x="1328915" y="228336"/>
                  <a:pt x="1244507" y="228336"/>
                </a:cubicBezTo>
                <a:close/>
                <a:moveTo>
                  <a:pt x="2223363" y="159973"/>
                </a:moveTo>
                <a:lnTo>
                  <a:pt x="2324109" y="159973"/>
                </a:lnTo>
                <a:cubicBezTo>
                  <a:pt x="2324109" y="159973"/>
                  <a:pt x="2325469" y="159973"/>
                  <a:pt x="2326832" y="159973"/>
                </a:cubicBezTo>
                <a:cubicBezTo>
                  <a:pt x="2334999" y="159973"/>
                  <a:pt x="2341806" y="168177"/>
                  <a:pt x="2340446" y="176381"/>
                </a:cubicBezTo>
                <a:lnTo>
                  <a:pt x="2340446" y="537343"/>
                </a:lnTo>
                <a:lnTo>
                  <a:pt x="2377204" y="537343"/>
                </a:lnTo>
                <a:cubicBezTo>
                  <a:pt x="2378564" y="537343"/>
                  <a:pt x="2379927" y="537343"/>
                  <a:pt x="2381288" y="537343"/>
                </a:cubicBezTo>
                <a:cubicBezTo>
                  <a:pt x="2389457" y="538709"/>
                  <a:pt x="2396264" y="546914"/>
                  <a:pt x="2394902" y="555117"/>
                </a:cubicBezTo>
                <a:lnTo>
                  <a:pt x="2394902" y="601606"/>
                </a:lnTo>
                <a:cubicBezTo>
                  <a:pt x="2394902" y="602972"/>
                  <a:pt x="2394902" y="604339"/>
                  <a:pt x="2394902" y="605707"/>
                </a:cubicBezTo>
                <a:cubicBezTo>
                  <a:pt x="2393541" y="613910"/>
                  <a:pt x="2385371" y="620746"/>
                  <a:pt x="2377204" y="619379"/>
                </a:cubicBezTo>
                <a:lnTo>
                  <a:pt x="2194774" y="619379"/>
                </a:lnTo>
                <a:cubicBezTo>
                  <a:pt x="2193412" y="619379"/>
                  <a:pt x="2192051" y="619379"/>
                  <a:pt x="2190690" y="619379"/>
                </a:cubicBezTo>
                <a:cubicBezTo>
                  <a:pt x="2182521" y="618011"/>
                  <a:pt x="2175714" y="609808"/>
                  <a:pt x="2177075" y="601606"/>
                </a:cubicBezTo>
                <a:lnTo>
                  <a:pt x="2177075" y="556485"/>
                </a:lnTo>
                <a:cubicBezTo>
                  <a:pt x="2177075" y="555117"/>
                  <a:pt x="2177075" y="553750"/>
                  <a:pt x="2177075" y="552382"/>
                </a:cubicBezTo>
                <a:cubicBezTo>
                  <a:pt x="2178437" y="544178"/>
                  <a:pt x="2186605" y="537343"/>
                  <a:pt x="2194774" y="538709"/>
                </a:cubicBezTo>
                <a:lnTo>
                  <a:pt x="2261483" y="538709"/>
                </a:lnTo>
                <a:lnTo>
                  <a:pt x="2261483" y="240642"/>
                </a:lnTo>
                <a:lnTo>
                  <a:pt x="2224725" y="240642"/>
                </a:lnTo>
                <a:cubicBezTo>
                  <a:pt x="2223363" y="240642"/>
                  <a:pt x="2222002" y="240642"/>
                  <a:pt x="2220641" y="240642"/>
                </a:cubicBezTo>
                <a:cubicBezTo>
                  <a:pt x="2212472" y="239276"/>
                  <a:pt x="2205665" y="231072"/>
                  <a:pt x="2207026" y="222868"/>
                </a:cubicBezTo>
                <a:lnTo>
                  <a:pt x="2207026" y="177747"/>
                </a:lnTo>
                <a:cubicBezTo>
                  <a:pt x="2207026" y="176381"/>
                  <a:pt x="2207026" y="175013"/>
                  <a:pt x="2207026" y="173646"/>
                </a:cubicBezTo>
                <a:cubicBezTo>
                  <a:pt x="2207026" y="165442"/>
                  <a:pt x="2215195" y="158605"/>
                  <a:pt x="2223363" y="159973"/>
                </a:cubicBezTo>
                <a:close/>
                <a:moveTo>
                  <a:pt x="1481393" y="158605"/>
                </a:moveTo>
                <a:lnTo>
                  <a:pt x="1639318" y="158605"/>
                </a:lnTo>
                <a:cubicBezTo>
                  <a:pt x="1640678" y="158605"/>
                  <a:pt x="1642039" y="158605"/>
                  <a:pt x="1643402" y="158605"/>
                </a:cubicBezTo>
                <a:cubicBezTo>
                  <a:pt x="1651569" y="158605"/>
                  <a:pt x="1658376" y="166809"/>
                  <a:pt x="1657016" y="175013"/>
                </a:cubicBezTo>
                <a:lnTo>
                  <a:pt x="1657016" y="220132"/>
                </a:lnTo>
                <a:cubicBezTo>
                  <a:pt x="1657016" y="221500"/>
                  <a:pt x="1657016" y="222867"/>
                  <a:pt x="1657016" y="224235"/>
                </a:cubicBezTo>
                <a:cubicBezTo>
                  <a:pt x="1655655" y="232438"/>
                  <a:pt x="1647485" y="239274"/>
                  <a:pt x="1639318" y="237907"/>
                </a:cubicBezTo>
                <a:lnTo>
                  <a:pt x="1603920" y="237907"/>
                </a:lnTo>
                <a:lnTo>
                  <a:pt x="1678799" y="481283"/>
                </a:lnTo>
                <a:lnTo>
                  <a:pt x="1783627" y="172278"/>
                </a:lnTo>
                <a:cubicBezTo>
                  <a:pt x="1786350" y="164074"/>
                  <a:pt x="1794519" y="158605"/>
                  <a:pt x="1802687" y="158605"/>
                </a:cubicBezTo>
                <a:lnTo>
                  <a:pt x="1833999" y="158605"/>
                </a:lnTo>
                <a:cubicBezTo>
                  <a:pt x="1842168" y="158605"/>
                  <a:pt x="1850337" y="164074"/>
                  <a:pt x="1853059" y="172278"/>
                </a:cubicBezTo>
                <a:lnTo>
                  <a:pt x="1959250" y="481283"/>
                </a:lnTo>
                <a:lnTo>
                  <a:pt x="2034127" y="239274"/>
                </a:lnTo>
                <a:lnTo>
                  <a:pt x="1998730" y="239274"/>
                </a:lnTo>
                <a:cubicBezTo>
                  <a:pt x="1997369" y="239274"/>
                  <a:pt x="1996008" y="239274"/>
                  <a:pt x="1994646" y="239274"/>
                </a:cubicBezTo>
                <a:cubicBezTo>
                  <a:pt x="1986478" y="237907"/>
                  <a:pt x="1979671" y="229704"/>
                  <a:pt x="1981032" y="221500"/>
                </a:cubicBezTo>
                <a:lnTo>
                  <a:pt x="1981032" y="176379"/>
                </a:lnTo>
                <a:cubicBezTo>
                  <a:pt x="1981032" y="175013"/>
                  <a:pt x="1981032" y="173645"/>
                  <a:pt x="1981032" y="172278"/>
                </a:cubicBezTo>
                <a:cubicBezTo>
                  <a:pt x="1982393" y="162706"/>
                  <a:pt x="1990562" y="157237"/>
                  <a:pt x="1998730" y="158605"/>
                </a:cubicBezTo>
                <a:lnTo>
                  <a:pt x="2155293" y="158605"/>
                </a:lnTo>
                <a:cubicBezTo>
                  <a:pt x="2156654" y="158605"/>
                  <a:pt x="2158017" y="158605"/>
                  <a:pt x="2158017" y="159972"/>
                </a:cubicBezTo>
                <a:cubicBezTo>
                  <a:pt x="2166184" y="159972"/>
                  <a:pt x="2172991" y="168175"/>
                  <a:pt x="2171631" y="176379"/>
                </a:cubicBezTo>
                <a:lnTo>
                  <a:pt x="2171631" y="221500"/>
                </a:lnTo>
                <a:cubicBezTo>
                  <a:pt x="2171631" y="221500"/>
                  <a:pt x="2171631" y="222867"/>
                  <a:pt x="2171631" y="224235"/>
                </a:cubicBezTo>
                <a:cubicBezTo>
                  <a:pt x="2170268" y="232438"/>
                  <a:pt x="2162100" y="239274"/>
                  <a:pt x="2153931" y="237907"/>
                </a:cubicBezTo>
                <a:lnTo>
                  <a:pt x="2117173" y="237907"/>
                </a:lnTo>
                <a:lnTo>
                  <a:pt x="1991923" y="604338"/>
                </a:lnTo>
                <a:cubicBezTo>
                  <a:pt x="1989201" y="612541"/>
                  <a:pt x="1981032" y="618011"/>
                  <a:pt x="1972864" y="618011"/>
                </a:cubicBezTo>
                <a:lnTo>
                  <a:pt x="1938828" y="618011"/>
                </a:lnTo>
                <a:cubicBezTo>
                  <a:pt x="1930660" y="618011"/>
                  <a:pt x="1922491" y="612541"/>
                  <a:pt x="1919768" y="604338"/>
                </a:cubicBezTo>
                <a:lnTo>
                  <a:pt x="1816301" y="303537"/>
                </a:lnTo>
                <a:lnTo>
                  <a:pt x="1712834" y="604338"/>
                </a:lnTo>
                <a:cubicBezTo>
                  <a:pt x="1710111" y="612541"/>
                  <a:pt x="1701943" y="618011"/>
                  <a:pt x="1693774" y="618011"/>
                </a:cubicBezTo>
                <a:lnTo>
                  <a:pt x="1659739" y="618011"/>
                </a:lnTo>
                <a:cubicBezTo>
                  <a:pt x="1651569" y="618011"/>
                  <a:pt x="1643402" y="612541"/>
                  <a:pt x="1640678" y="604338"/>
                </a:cubicBezTo>
                <a:lnTo>
                  <a:pt x="1516790" y="237907"/>
                </a:lnTo>
                <a:lnTo>
                  <a:pt x="1480031" y="237907"/>
                </a:lnTo>
                <a:cubicBezTo>
                  <a:pt x="1480031" y="237907"/>
                  <a:pt x="1478670" y="237907"/>
                  <a:pt x="1477309" y="237907"/>
                </a:cubicBezTo>
                <a:cubicBezTo>
                  <a:pt x="1469140" y="236539"/>
                  <a:pt x="1462333" y="228336"/>
                  <a:pt x="1463694" y="220132"/>
                </a:cubicBezTo>
                <a:lnTo>
                  <a:pt x="1463694" y="175013"/>
                </a:lnTo>
                <a:cubicBezTo>
                  <a:pt x="1463694" y="175013"/>
                  <a:pt x="1463694" y="173645"/>
                  <a:pt x="1463694" y="172278"/>
                </a:cubicBezTo>
                <a:cubicBezTo>
                  <a:pt x="1465056" y="164074"/>
                  <a:pt x="1473224" y="157237"/>
                  <a:pt x="1481393" y="158605"/>
                </a:cubicBezTo>
                <a:close/>
                <a:moveTo>
                  <a:pt x="773458" y="150401"/>
                </a:moveTo>
                <a:cubicBezTo>
                  <a:pt x="886455" y="150401"/>
                  <a:pt x="959971" y="225602"/>
                  <a:pt x="959971" y="341820"/>
                </a:cubicBezTo>
                <a:lnTo>
                  <a:pt x="959971" y="537342"/>
                </a:lnTo>
                <a:lnTo>
                  <a:pt x="996730" y="537342"/>
                </a:lnTo>
                <a:cubicBezTo>
                  <a:pt x="998091" y="537342"/>
                  <a:pt x="999452" y="537342"/>
                  <a:pt x="1002175" y="537342"/>
                </a:cubicBezTo>
                <a:cubicBezTo>
                  <a:pt x="1010344" y="538708"/>
                  <a:pt x="1017152" y="546912"/>
                  <a:pt x="1015790" y="555116"/>
                </a:cubicBezTo>
                <a:lnTo>
                  <a:pt x="1015790" y="601603"/>
                </a:lnTo>
                <a:cubicBezTo>
                  <a:pt x="1015790" y="602971"/>
                  <a:pt x="1015790" y="604338"/>
                  <a:pt x="1015790" y="605706"/>
                </a:cubicBezTo>
                <a:cubicBezTo>
                  <a:pt x="1014429" y="613909"/>
                  <a:pt x="1006259" y="620745"/>
                  <a:pt x="998091" y="619378"/>
                </a:cubicBezTo>
                <a:lnTo>
                  <a:pt x="845613" y="619378"/>
                </a:lnTo>
                <a:cubicBezTo>
                  <a:pt x="844251" y="619378"/>
                  <a:pt x="842890" y="619378"/>
                  <a:pt x="841529" y="619378"/>
                </a:cubicBezTo>
                <a:cubicBezTo>
                  <a:pt x="833360" y="618010"/>
                  <a:pt x="826553" y="609807"/>
                  <a:pt x="827914" y="601603"/>
                </a:cubicBezTo>
                <a:lnTo>
                  <a:pt x="827914" y="556484"/>
                </a:lnTo>
                <a:cubicBezTo>
                  <a:pt x="827914" y="555116"/>
                  <a:pt x="827914" y="553749"/>
                  <a:pt x="827914" y="552381"/>
                </a:cubicBezTo>
                <a:cubicBezTo>
                  <a:pt x="827914" y="542811"/>
                  <a:pt x="836083" y="535974"/>
                  <a:pt x="844251" y="537342"/>
                </a:cubicBezTo>
                <a:lnTo>
                  <a:pt x="881010" y="537342"/>
                </a:lnTo>
                <a:lnTo>
                  <a:pt x="881010" y="350024"/>
                </a:lnTo>
                <a:cubicBezTo>
                  <a:pt x="881010" y="272090"/>
                  <a:pt x="841529" y="226969"/>
                  <a:pt x="769374" y="226969"/>
                </a:cubicBezTo>
                <a:cubicBezTo>
                  <a:pt x="697219" y="226969"/>
                  <a:pt x="645485" y="280293"/>
                  <a:pt x="645485" y="355493"/>
                </a:cubicBezTo>
                <a:lnTo>
                  <a:pt x="645485" y="537342"/>
                </a:lnTo>
                <a:lnTo>
                  <a:pt x="680882" y="537342"/>
                </a:lnTo>
                <a:cubicBezTo>
                  <a:pt x="682243" y="537342"/>
                  <a:pt x="683605" y="537342"/>
                  <a:pt x="684966" y="537342"/>
                </a:cubicBezTo>
                <a:cubicBezTo>
                  <a:pt x="693135" y="538708"/>
                  <a:pt x="699942" y="546912"/>
                  <a:pt x="698580" y="555116"/>
                </a:cubicBezTo>
                <a:lnTo>
                  <a:pt x="698580" y="601603"/>
                </a:lnTo>
                <a:cubicBezTo>
                  <a:pt x="698580" y="601603"/>
                  <a:pt x="698580" y="602971"/>
                  <a:pt x="698580" y="604338"/>
                </a:cubicBezTo>
                <a:cubicBezTo>
                  <a:pt x="697219" y="612541"/>
                  <a:pt x="689050" y="619378"/>
                  <a:pt x="680882" y="618010"/>
                </a:cubicBezTo>
                <a:lnTo>
                  <a:pt x="528404" y="618010"/>
                </a:lnTo>
                <a:cubicBezTo>
                  <a:pt x="527041" y="618010"/>
                  <a:pt x="527041" y="618010"/>
                  <a:pt x="525681" y="618010"/>
                </a:cubicBezTo>
                <a:cubicBezTo>
                  <a:pt x="516151" y="618010"/>
                  <a:pt x="510704" y="609807"/>
                  <a:pt x="510704" y="601603"/>
                </a:cubicBezTo>
                <a:lnTo>
                  <a:pt x="510704" y="556484"/>
                </a:lnTo>
                <a:cubicBezTo>
                  <a:pt x="510704" y="555116"/>
                  <a:pt x="510704" y="553749"/>
                  <a:pt x="510704" y="552381"/>
                </a:cubicBezTo>
                <a:cubicBezTo>
                  <a:pt x="512067" y="544177"/>
                  <a:pt x="520235" y="537342"/>
                  <a:pt x="528404" y="538708"/>
                </a:cubicBezTo>
                <a:lnTo>
                  <a:pt x="565162" y="538708"/>
                </a:lnTo>
                <a:lnTo>
                  <a:pt x="565162" y="240641"/>
                </a:lnTo>
                <a:lnTo>
                  <a:pt x="528404" y="240641"/>
                </a:lnTo>
                <a:cubicBezTo>
                  <a:pt x="527041" y="240641"/>
                  <a:pt x="525681" y="240641"/>
                  <a:pt x="524320" y="240641"/>
                </a:cubicBezTo>
                <a:cubicBezTo>
                  <a:pt x="516151" y="239275"/>
                  <a:pt x="509344" y="231071"/>
                  <a:pt x="510704" y="222868"/>
                </a:cubicBezTo>
                <a:lnTo>
                  <a:pt x="510704" y="177747"/>
                </a:lnTo>
                <a:cubicBezTo>
                  <a:pt x="510704" y="176380"/>
                  <a:pt x="510704" y="175012"/>
                  <a:pt x="510704" y="173646"/>
                </a:cubicBezTo>
                <a:cubicBezTo>
                  <a:pt x="512067" y="164074"/>
                  <a:pt x="520235" y="158605"/>
                  <a:pt x="528404" y="159973"/>
                </a:cubicBezTo>
                <a:lnTo>
                  <a:pt x="626425" y="159973"/>
                </a:lnTo>
                <a:cubicBezTo>
                  <a:pt x="627787" y="159973"/>
                  <a:pt x="629148" y="159973"/>
                  <a:pt x="630510" y="159973"/>
                </a:cubicBezTo>
                <a:cubicBezTo>
                  <a:pt x="638678" y="159973"/>
                  <a:pt x="645485" y="168176"/>
                  <a:pt x="644124" y="176380"/>
                </a:cubicBezTo>
                <a:lnTo>
                  <a:pt x="644124" y="198257"/>
                </a:lnTo>
                <a:cubicBezTo>
                  <a:pt x="679521" y="165442"/>
                  <a:pt x="725809" y="149034"/>
                  <a:pt x="773458" y="150401"/>
                </a:cubicBezTo>
                <a:close/>
                <a:moveTo>
                  <a:pt x="1245869" y="150400"/>
                </a:moveTo>
                <a:cubicBezTo>
                  <a:pt x="1247230" y="150400"/>
                  <a:pt x="1248591" y="150400"/>
                  <a:pt x="1251314" y="151768"/>
                </a:cubicBezTo>
                <a:cubicBezTo>
                  <a:pt x="1379287" y="154503"/>
                  <a:pt x="1481393" y="259783"/>
                  <a:pt x="1478670" y="388307"/>
                </a:cubicBezTo>
                <a:cubicBezTo>
                  <a:pt x="1478670" y="389675"/>
                  <a:pt x="1478670" y="391042"/>
                  <a:pt x="1478670" y="392408"/>
                </a:cubicBezTo>
                <a:cubicBezTo>
                  <a:pt x="1478670" y="520934"/>
                  <a:pt x="1373841" y="626214"/>
                  <a:pt x="1244507" y="626214"/>
                </a:cubicBezTo>
                <a:cubicBezTo>
                  <a:pt x="1243146" y="626214"/>
                  <a:pt x="1241784" y="626214"/>
                  <a:pt x="1240423" y="626214"/>
                </a:cubicBezTo>
                <a:cubicBezTo>
                  <a:pt x="1112449" y="623480"/>
                  <a:pt x="1010343" y="518200"/>
                  <a:pt x="1013066" y="389675"/>
                </a:cubicBezTo>
                <a:cubicBezTo>
                  <a:pt x="1013066" y="386941"/>
                  <a:pt x="1013066" y="385573"/>
                  <a:pt x="1013066" y="384206"/>
                </a:cubicBezTo>
                <a:cubicBezTo>
                  <a:pt x="1013066" y="255682"/>
                  <a:pt x="1116533" y="150400"/>
                  <a:pt x="1245869" y="150400"/>
                </a:cubicBezTo>
                <a:close/>
                <a:moveTo>
                  <a:pt x="2490202" y="47856"/>
                </a:moveTo>
                <a:lnTo>
                  <a:pt x="2536491" y="47856"/>
                </a:lnTo>
                <a:cubicBezTo>
                  <a:pt x="2537851" y="47856"/>
                  <a:pt x="2539212" y="47856"/>
                  <a:pt x="2540574" y="47856"/>
                </a:cubicBezTo>
                <a:cubicBezTo>
                  <a:pt x="2550104" y="49223"/>
                  <a:pt x="2555549" y="57426"/>
                  <a:pt x="2554188" y="65630"/>
                </a:cubicBezTo>
                <a:lnTo>
                  <a:pt x="2554188" y="159973"/>
                </a:lnTo>
                <a:lnTo>
                  <a:pt x="2660378" y="159973"/>
                </a:lnTo>
                <a:cubicBezTo>
                  <a:pt x="2660378" y="159973"/>
                  <a:pt x="2661739" y="159973"/>
                  <a:pt x="2663102" y="159973"/>
                </a:cubicBezTo>
                <a:cubicBezTo>
                  <a:pt x="2671269" y="159973"/>
                  <a:pt x="2678076" y="168177"/>
                  <a:pt x="2676716" y="176380"/>
                </a:cubicBezTo>
                <a:lnTo>
                  <a:pt x="2676716" y="221500"/>
                </a:lnTo>
                <a:cubicBezTo>
                  <a:pt x="2676716" y="222868"/>
                  <a:pt x="2676716" y="224234"/>
                  <a:pt x="2676716" y="225602"/>
                </a:cubicBezTo>
                <a:cubicBezTo>
                  <a:pt x="2675355" y="233806"/>
                  <a:pt x="2667185" y="240642"/>
                  <a:pt x="2659018" y="239275"/>
                </a:cubicBezTo>
                <a:lnTo>
                  <a:pt x="2552828" y="239275"/>
                </a:lnTo>
                <a:lnTo>
                  <a:pt x="2552828" y="485385"/>
                </a:lnTo>
                <a:cubicBezTo>
                  <a:pt x="2552828" y="529138"/>
                  <a:pt x="2571886" y="546913"/>
                  <a:pt x="2615453" y="546913"/>
                </a:cubicBezTo>
                <a:cubicBezTo>
                  <a:pt x="2646765" y="545545"/>
                  <a:pt x="2671269" y="518200"/>
                  <a:pt x="2669909" y="486752"/>
                </a:cubicBezTo>
                <a:lnTo>
                  <a:pt x="2669909" y="401981"/>
                </a:lnTo>
                <a:cubicBezTo>
                  <a:pt x="2669909" y="400614"/>
                  <a:pt x="2669909" y="399246"/>
                  <a:pt x="2669909" y="397879"/>
                </a:cubicBezTo>
                <a:cubicBezTo>
                  <a:pt x="2671269" y="389676"/>
                  <a:pt x="2679439" y="382839"/>
                  <a:pt x="2687606" y="384207"/>
                </a:cubicBezTo>
                <a:lnTo>
                  <a:pt x="2731173" y="384207"/>
                </a:lnTo>
                <a:cubicBezTo>
                  <a:pt x="2733894" y="384207"/>
                  <a:pt x="2735257" y="384207"/>
                  <a:pt x="2736618" y="385573"/>
                </a:cubicBezTo>
                <a:cubicBezTo>
                  <a:pt x="2744787" y="386941"/>
                  <a:pt x="2751594" y="395145"/>
                  <a:pt x="2750232" y="403349"/>
                </a:cubicBezTo>
                <a:lnTo>
                  <a:pt x="2750232" y="494955"/>
                </a:lnTo>
                <a:cubicBezTo>
                  <a:pt x="2750232" y="574259"/>
                  <a:pt x="2695776" y="626214"/>
                  <a:pt x="2610007" y="626214"/>
                </a:cubicBezTo>
                <a:cubicBezTo>
                  <a:pt x="2526960" y="626214"/>
                  <a:pt x="2473865" y="572891"/>
                  <a:pt x="2473865" y="490854"/>
                </a:cubicBezTo>
                <a:lnTo>
                  <a:pt x="2473865" y="240642"/>
                </a:lnTo>
                <a:lnTo>
                  <a:pt x="2424854" y="240642"/>
                </a:lnTo>
                <a:cubicBezTo>
                  <a:pt x="2423492" y="240642"/>
                  <a:pt x="2422131" y="240642"/>
                  <a:pt x="2420770" y="240642"/>
                </a:cubicBezTo>
                <a:cubicBezTo>
                  <a:pt x="2412601" y="239275"/>
                  <a:pt x="2405794" y="231072"/>
                  <a:pt x="2407155" y="222868"/>
                </a:cubicBezTo>
                <a:lnTo>
                  <a:pt x="2407155" y="177747"/>
                </a:lnTo>
                <a:cubicBezTo>
                  <a:pt x="2407155" y="176380"/>
                  <a:pt x="2407155" y="176380"/>
                  <a:pt x="2407155" y="175012"/>
                </a:cubicBezTo>
                <a:cubicBezTo>
                  <a:pt x="2407155" y="166809"/>
                  <a:pt x="2415324" y="159973"/>
                  <a:pt x="2423492" y="161340"/>
                </a:cubicBezTo>
                <a:lnTo>
                  <a:pt x="2472503" y="161340"/>
                </a:lnTo>
                <a:lnTo>
                  <a:pt x="2472503" y="65630"/>
                </a:lnTo>
                <a:cubicBezTo>
                  <a:pt x="2472503" y="64263"/>
                  <a:pt x="2472503" y="62895"/>
                  <a:pt x="2472503" y="61529"/>
                </a:cubicBezTo>
                <a:cubicBezTo>
                  <a:pt x="2473865" y="53325"/>
                  <a:pt x="2482033" y="46488"/>
                  <a:pt x="2490202" y="47856"/>
                </a:cubicBezTo>
                <a:close/>
                <a:moveTo>
                  <a:pt x="17874" y="46489"/>
                </a:moveTo>
                <a:lnTo>
                  <a:pt x="118618" y="46489"/>
                </a:lnTo>
                <a:cubicBezTo>
                  <a:pt x="119980" y="46489"/>
                  <a:pt x="121341" y="46489"/>
                  <a:pt x="122703" y="46489"/>
                </a:cubicBezTo>
                <a:cubicBezTo>
                  <a:pt x="130871" y="47856"/>
                  <a:pt x="137678" y="56059"/>
                  <a:pt x="136317" y="64263"/>
                </a:cubicBezTo>
                <a:lnTo>
                  <a:pt x="136317" y="396513"/>
                </a:lnTo>
                <a:lnTo>
                  <a:pt x="345975" y="184584"/>
                </a:lnTo>
                <a:cubicBezTo>
                  <a:pt x="369119" y="161341"/>
                  <a:pt x="371842" y="158606"/>
                  <a:pt x="392263" y="158606"/>
                </a:cubicBezTo>
                <a:lnTo>
                  <a:pt x="457611" y="158606"/>
                </a:lnTo>
                <a:cubicBezTo>
                  <a:pt x="458972" y="158606"/>
                  <a:pt x="460334" y="158606"/>
                  <a:pt x="458972" y="157238"/>
                </a:cubicBezTo>
                <a:cubicBezTo>
                  <a:pt x="468502" y="158606"/>
                  <a:pt x="473948" y="166810"/>
                  <a:pt x="472586" y="175014"/>
                </a:cubicBezTo>
                <a:lnTo>
                  <a:pt x="472586" y="221501"/>
                </a:lnTo>
                <a:cubicBezTo>
                  <a:pt x="472586" y="221501"/>
                  <a:pt x="472586" y="222868"/>
                  <a:pt x="472586" y="224236"/>
                </a:cubicBezTo>
                <a:cubicBezTo>
                  <a:pt x="471225" y="232439"/>
                  <a:pt x="464418" y="239275"/>
                  <a:pt x="456249" y="237908"/>
                </a:cubicBezTo>
                <a:lnTo>
                  <a:pt x="394986" y="237908"/>
                </a:lnTo>
                <a:lnTo>
                  <a:pt x="269735" y="366433"/>
                </a:lnTo>
                <a:lnTo>
                  <a:pt x="407239" y="537342"/>
                </a:lnTo>
                <a:lnTo>
                  <a:pt x="456249" y="537342"/>
                </a:lnTo>
                <a:cubicBezTo>
                  <a:pt x="457611" y="537342"/>
                  <a:pt x="458972" y="537342"/>
                  <a:pt x="460334" y="537342"/>
                </a:cubicBezTo>
                <a:cubicBezTo>
                  <a:pt x="468502" y="538710"/>
                  <a:pt x="475309" y="546913"/>
                  <a:pt x="473948" y="555117"/>
                </a:cubicBezTo>
                <a:lnTo>
                  <a:pt x="473948" y="597502"/>
                </a:lnTo>
                <a:cubicBezTo>
                  <a:pt x="473948" y="598870"/>
                  <a:pt x="473948" y="600237"/>
                  <a:pt x="473948" y="601605"/>
                </a:cubicBezTo>
                <a:cubicBezTo>
                  <a:pt x="473948" y="609808"/>
                  <a:pt x="465779" y="616644"/>
                  <a:pt x="457611" y="615277"/>
                </a:cubicBezTo>
                <a:lnTo>
                  <a:pt x="397709" y="615277"/>
                </a:lnTo>
                <a:cubicBezTo>
                  <a:pt x="370481" y="615277"/>
                  <a:pt x="370481" y="615277"/>
                  <a:pt x="352782" y="592033"/>
                </a:cubicBezTo>
                <a:lnTo>
                  <a:pt x="213917" y="422490"/>
                </a:lnTo>
                <a:lnTo>
                  <a:pt x="134955" y="503161"/>
                </a:lnTo>
                <a:lnTo>
                  <a:pt x="134955" y="537342"/>
                </a:lnTo>
                <a:lnTo>
                  <a:pt x="170352" y="537342"/>
                </a:lnTo>
                <a:cubicBezTo>
                  <a:pt x="171713" y="537342"/>
                  <a:pt x="173075" y="537342"/>
                  <a:pt x="174436" y="537342"/>
                </a:cubicBezTo>
                <a:cubicBezTo>
                  <a:pt x="182605" y="538710"/>
                  <a:pt x="189412" y="546913"/>
                  <a:pt x="188050" y="555117"/>
                </a:cubicBezTo>
                <a:lnTo>
                  <a:pt x="188050" y="601605"/>
                </a:lnTo>
                <a:cubicBezTo>
                  <a:pt x="188050" y="602971"/>
                  <a:pt x="188050" y="604339"/>
                  <a:pt x="188050" y="605706"/>
                </a:cubicBezTo>
                <a:cubicBezTo>
                  <a:pt x="186689" y="613909"/>
                  <a:pt x="178520" y="619379"/>
                  <a:pt x="170352" y="618012"/>
                </a:cubicBezTo>
                <a:lnTo>
                  <a:pt x="17874" y="618012"/>
                </a:lnTo>
                <a:cubicBezTo>
                  <a:pt x="16512" y="618012"/>
                  <a:pt x="15151" y="618012"/>
                  <a:pt x="13790" y="618012"/>
                </a:cubicBezTo>
                <a:cubicBezTo>
                  <a:pt x="5621" y="616644"/>
                  <a:pt x="-1186" y="608442"/>
                  <a:pt x="174" y="600237"/>
                </a:cubicBezTo>
                <a:lnTo>
                  <a:pt x="174" y="555117"/>
                </a:lnTo>
                <a:cubicBezTo>
                  <a:pt x="174" y="553751"/>
                  <a:pt x="174" y="552383"/>
                  <a:pt x="174" y="551015"/>
                </a:cubicBezTo>
                <a:cubicBezTo>
                  <a:pt x="1537" y="542811"/>
                  <a:pt x="9705" y="535975"/>
                  <a:pt x="17874" y="537342"/>
                </a:cubicBezTo>
                <a:lnTo>
                  <a:pt x="54632" y="537342"/>
                </a:lnTo>
                <a:lnTo>
                  <a:pt x="54632" y="127158"/>
                </a:lnTo>
                <a:lnTo>
                  <a:pt x="17874" y="127158"/>
                </a:lnTo>
                <a:cubicBezTo>
                  <a:pt x="16512" y="127158"/>
                  <a:pt x="15151" y="127158"/>
                  <a:pt x="13790" y="127158"/>
                </a:cubicBezTo>
                <a:cubicBezTo>
                  <a:pt x="5621" y="125791"/>
                  <a:pt x="-1186" y="117588"/>
                  <a:pt x="174" y="109384"/>
                </a:cubicBezTo>
                <a:lnTo>
                  <a:pt x="174" y="64263"/>
                </a:lnTo>
                <a:cubicBezTo>
                  <a:pt x="174" y="62896"/>
                  <a:pt x="174" y="61528"/>
                  <a:pt x="174" y="60162"/>
                </a:cubicBezTo>
                <a:cubicBezTo>
                  <a:pt x="1537" y="51958"/>
                  <a:pt x="9705" y="45121"/>
                  <a:pt x="17874" y="46489"/>
                </a:cubicBezTo>
                <a:close/>
                <a:moveTo>
                  <a:pt x="2298241" y="0"/>
                </a:moveTo>
                <a:cubicBezTo>
                  <a:pt x="2326831" y="0"/>
                  <a:pt x="2348613" y="21876"/>
                  <a:pt x="2348613" y="50590"/>
                </a:cubicBezTo>
                <a:cubicBezTo>
                  <a:pt x="2348613" y="79302"/>
                  <a:pt x="2326831" y="101178"/>
                  <a:pt x="2298241" y="101178"/>
                </a:cubicBezTo>
                <a:cubicBezTo>
                  <a:pt x="2271013" y="101178"/>
                  <a:pt x="2247869" y="77935"/>
                  <a:pt x="2247869" y="50590"/>
                </a:cubicBezTo>
                <a:cubicBezTo>
                  <a:pt x="2247869" y="21876"/>
                  <a:pt x="2269652" y="0"/>
                  <a:pt x="2298241" y="0"/>
                </a:cubicBezTo>
                <a:close/>
              </a:path>
            </a:pathLst>
          </a:custGeom>
          <a:solidFill>
            <a:schemeClr val="tx1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9437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P!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A32A649-D21E-688A-E620-6726CFA8F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353" y="765956"/>
            <a:ext cx="10595298" cy="5121363"/>
            <a:chOff x="446353" y="765956"/>
            <a:chExt cx="10595298" cy="5121363"/>
          </a:xfrm>
        </p:grpSpPr>
        <p:pic>
          <p:nvPicPr>
            <p:cNvPr id="7" name="Grafikk 9">
              <a:extLst>
                <a:ext uri="{FF2B5EF4-FFF2-40B4-BE49-F238E27FC236}">
                  <a16:creationId xmlns:a16="http://schemas.microsoft.com/office/drawing/2014/main" id="{0F8561CE-D483-4E42-4A4E-C864FF3B53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87932" y="3465355"/>
              <a:ext cx="2421928" cy="2421964"/>
            </a:xfrm>
            <a:prstGeom prst="rect">
              <a:avLst/>
            </a:prstGeom>
          </p:spPr>
        </p:pic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5E6BE8A-5BC2-EADB-45E9-2F8F33CDEFA1}"/>
                </a:ext>
              </a:extLst>
            </p:cNvPr>
            <p:cNvSpPr/>
            <p:nvPr/>
          </p:nvSpPr>
          <p:spPr>
            <a:xfrm>
              <a:off x="446353" y="765956"/>
              <a:ext cx="10595298" cy="4467101"/>
            </a:xfrm>
            <a:custGeom>
              <a:avLst/>
              <a:gdLst>
                <a:gd name="csX0" fmla="*/ 6324690 w 10595298"/>
                <a:gd name="csY0" fmla="*/ 4306406 h 4467101"/>
                <a:gd name="csX1" fmla="*/ 6465765 w 10595298"/>
                <a:gd name="csY1" fmla="*/ 4306406 h 4467101"/>
                <a:gd name="csX2" fmla="*/ 6465765 w 10595298"/>
                <a:gd name="csY2" fmla="*/ 4447157 h 4467101"/>
                <a:gd name="csX3" fmla="*/ 6324690 w 10595298"/>
                <a:gd name="csY3" fmla="*/ 4447157 h 4467101"/>
                <a:gd name="csX4" fmla="*/ 3860250 w 10595298"/>
                <a:gd name="csY4" fmla="*/ 3518985 h 4467101"/>
                <a:gd name="csX5" fmla="*/ 3524107 w 10595298"/>
                <a:gd name="csY5" fmla="*/ 3939631 h 4467101"/>
                <a:gd name="csX6" fmla="*/ 3790285 w 10595298"/>
                <a:gd name="csY6" fmla="*/ 4350270 h 4467101"/>
                <a:gd name="csX7" fmla="*/ 3864500 w 10595298"/>
                <a:gd name="csY7" fmla="*/ 4358889 h 4467101"/>
                <a:gd name="csX8" fmla="*/ 3864386 w 10595298"/>
                <a:gd name="csY8" fmla="*/ 4358902 h 4467101"/>
                <a:gd name="csX9" fmla="*/ 3864616 w 10595298"/>
                <a:gd name="csY9" fmla="*/ 4358902 h 4467101"/>
                <a:gd name="csX10" fmla="*/ 3864500 w 10595298"/>
                <a:gd name="csY10" fmla="*/ 4358889 h 4467101"/>
                <a:gd name="csX11" fmla="*/ 3937314 w 10595298"/>
                <a:gd name="csY11" fmla="*/ 4350155 h 4467101"/>
                <a:gd name="csX12" fmla="*/ 4190650 w 10595298"/>
                <a:gd name="csY12" fmla="*/ 3938255 h 4467101"/>
                <a:gd name="csX13" fmla="*/ 3860250 w 10595298"/>
                <a:gd name="csY13" fmla="*/ 3518985 h 4467101"/>
                <a:gd name="csX14" fmla="*/ 6327447 w 10595298"/>
                <a:gd name="csY14" fmla="*/ 3430958 h 4467101"/>
                <a:gd name="csX15" fmla="*/ 6462778 w 10595298"/>
                <a:gd name="csY15" fmla="*/ 3430958 h 4467101"/>
                <a:gd name="csX16" fmla="*/ 6458412 w 10595298"/>
                <a:gd name="csY16" fmla="*/ 3631309 h 4467101"/>
                <a:gd name="csX17" fmla="*/ 6435666 w 10595298"/>
                <a:gd name="csY17" fmla="*/ 4182619 h 4467101"/>
                <a:gd name="csX18" fmla="*/ 6352951 w 10595298"/>
                <a:gd name="csY18" fmla="*/ 4182619 h 4467101"/>
                <a:gd name="csX19" fmla="*/ 6331583 w 10595298"/>
                <a:gd name="csY19" fmla="*/ 3631309 h 4467101"/>
                <a:gd name="csX20" fmla="*/ 6331813 w 10595298"/>
                <a:gd name="csY20" fmla="*/ 3631309 h 4467101"/>
                <a:gd name="csX21" fmla="*/ 6327447 w 10595298"/>
                <a:gd name="csY21" fmla="*/ 3430958 h 4467101"/>
                <a:gd name="csX22" fmla="*/ 5488352 w 10595298"/>
                <a:gd name="csY22" fmla="*/ 3430958 h 4467101"/>
                <a:gd name="csX23" fmla="*/ 6192117 w 10595298"/>
                <a:gd name="csY23" fmla="*/ 3430958 h 4467101"/>
                <a:gd name="csX24" fmla="*/ 6192117 w 10595298"/>
                <a:gd name="csY24" fmla="*/ 3540303 h 4467101"/>
                <a:gd name="csX25" fmla="*/ 5628048 w 10595298"/>
                <a:gd name="csY25" fmla="*/ 3540303 h 4467101"/>
                <a:gd name="csX26" fmla="*/ 5628048 w 10595298"/>
                <a:gd name="csY26" fmla="*/ 3865817 h 4467101"/>
                <a:gd name="csX27" fmla="*/ 6130770 w 10595298"/>
                <a:gd name="csY27" fmla="*/ 3865817 h 4467101"/>
                <a:gd name="csX28" fmla="*/ 6130770 w 10595298"/>
                <a:gd name="csY28" fmla="*/ 3973787 h 4467101"/>
                <a:gd name="csX29" fmla="*/ 5628048 w 10595298"/>
                <a:gd name="csY29" fmla="*/ 3973787 h 4467101"/>
                <a:gd name="csX30" fmla="*/ 5628048 w 10595298"/>
                <a:gd name="csY30" fmla="*/ 4337582 h 4467101"/>
                <a:gd name="csX31" fmla="*/ 6192117 w 10595298"/>
                <a:gd name="csY31" fmla="*/ 4337582 h 4467101"/>
                <a:gd name="csX32" fmla="*/ 6192117 w 10595298"/>
                <a:gd name="csY32" fmla="*/ 4446928 h 4467101"/>
                <a:gd name="csX33" fmla="*/ 5488352 w 10595298"/>
                <a:gd name="csY33" fmla="*/ 4446928 h 4467101"/>
                <a:gd name="csX34" fmla="*/ 4485666 w 10595298"/>
                <a:gd name="csY34" fmla="*/ 3430958 h 4467101"/>
                <a:gd name="csX35" fmla="*/ 4643743 w 10595298"/>
                <a:gd name="csY35" fmla="*/ 3430958 h 4467101"/>
                <a:gd name="csX36" fmla="*/ 5177943 w 10595298"/>
                <a:gd name="csY36" fmla="*/ 4266519 h 4467101"/>
                <a:gd name="csX37" fmla="*/ 5177943 w 10595298"/>
                <a:gd name="csY37" fmla="*/ 3430958 h 4467101"/>
                <a:gd name="csX38" fmla="*/ 5291905 w 10595298"/>
                <a:gd name="csY38" fmla="*/ 3430958 h 4467101"/>
                <a:gd name="csX39" fmla="*/ 5291905 w 10595298"/>
                <a:gd name="csY39" fmla="*/ 4447157 h 4467101"/>
                <a:gd name="csX40" fmla="*/ 5130841 w 10595298"/>
                <a:gd name="csY40" fmla="*/ 4447157 h 4467101"/>
                <a:gd name="csX41" fmla="*/ 4599629 w 10595298"/>
                <a:gd name="csY41" fmla="*/ 3617097 h 4467101"/>
                <a:gd name="csX42" fmla="*/ 4599629 w 10595298"/>
                <a:gd name="csY42" fmla="*/ 4447157 h 4467101"/>
                <a:gd name="csX43" fmla="*/ 4485666 w 10595298"/>
                <a:gd name="csY43" fmla="*/ 4447157 h 4467101"/>
                <a:gd name="csX44" fmla="*/ 1931389 w 10595298"/>
                <a:gd name="csY44" fmla="*/ 3430958 h 4467101"/>
                <a:gd name="csX45" fmla="*/ 2069477 w 10595298"/>
                <a:gd name="csY45" fmla="*/ 3430958 h 4467101"/>
                <a:gd name="csX46" fmla="*/ 2069477 w 10595298"/>
                <a:gd name="csY46" fmla="*/ 4447157 h 4467101"/>
                <a:gd name="csX47" fmla="*/ 1931389 w 10595298"/>
                <a:gd name="csY47" fmla="*/ 4447157 h 4467101"/>
                <a:gd name="csX48" fmla="*/ 938353 w 10595298"/>
                <a:gd name="csY48" fmla="*/ 3430958 h 4467101"/>
                <a:gd name="csX49" fmla="*/ 1078049 w 10595298"/>
                <a:gd name="csY49" fmla="*/ 3430958 h 4467101"/>
                <a:gd name="csX50" fmla="*/ 1078049 w 10595298"/>
                <a:gd name="csY50" fmla="*/ 3845873 h 4467101"/>
                <a:gd name="csX51" fmla="*/ 1596625 w 10595298"/>
                <a:gd name="csY51" fmla="*/ 3845873 h 4467101"/>
                <a:gd name="csX52" fmla="*/ 1596625 w 10595298"/>
                <a:gd name="csY52" fmla="*/ 3430958 h 4467101"/>
                <a:gd name="csX53" fmla="*/ 1734712 w 10595298"/>
                <a:gd name="csY53" fmla="*/ 3430958 h 4467101"/>
                <a:gd name="csX54" fmla="*/ 1734712 w 10595298"/>
                <a:gd name="csY54" fmla="*/ 4447157 h 4467101"/>
                <a:gd name="csX55" fmla="*/ 1596625 w 10595298"/>
                <a:gd name="csY55" fmla="*/ 4447157 h 4467101"/>
                <a:gd name="csX56" fmla="*/ 1596625 w 10595298"/>
                <a:gd name="csY56" fmla="*/ 3955447 h 4467101"/>
                <a:gd name="csX57" fmla="*/ 1078049 w 10595298"/>
                <a:gd name="csY57" fmla="*/ 3955447 h 4467101"/>
                <a:gd name="csX58" fmla="*/ 1078049 w 10595298"/>
                <a:gd name="csY58" fmla="*/ 4447157 h 4467101"/>
                <a:gd name="csX59" fmla="*/ 938353 w 10595298"/>
                <a:gd name="csY59" fmla="*/ 4447157 h 4467101"/>
                <a:gd name="csX60" fmla="*/ 0 w 10595298"/>
                <a:gd name="csY60" fmla="*/ 3430958 h 4467101"/>
                <a:gd name="csX61" fmla="*/ 827607 w 10595298"/>
                <a:gd name="csY61" fmla="*/ 3430958 h 4467101"/>
                <a:gd name="csX62" fmla="*/ 827607 w 10595298"/>
                <a:gd name="csY62" fmla="*/ 3540303 h 4467101"/>
                <a:gd name="csX63" fmla="*/ 484341 w 10595298"/>
                <a:gd name="csY63" fmla="*/ 3540303 h 4467101"/>
                <a:gd name="csX64" fmla="*/ 484341 w 10595298"/>
                <a:gd name="csY64" fmla="*/ 4446927 h 4467101"/>
                <a:gd name="csX65" fmla="*/ 344645 w 10595298"/>
                <a:gd name="csY65" fmla="*/ 4446927 h 4467101"/>
                <a:gd name="csX66" fmla="*/ 344645 w 10595298"/>
                <a:gd name="csY66" fmla="*/ 3540303 h 4467101"/>
                <a:gd name="csX67" fmla="*/ 0 w 10595298"/>
                <a:gd name="csY67" fmla="*/ 3540303 h 4467101"/>
                <a:gd name="csX68" fmla="*/ 3860250 w 10595298"/>
                <a:gd name="csY68" fmla="*/ 3411015 h 4467101"/>
                <a:gd name="csX69" fmla="*/ 4338847 w 10595298"/>
                <a:gd name="csY69" fmla="*/ 3938255 h 4467101"/>
                <a:gd name="csX70" fmla="*/ 3864386 w 10595298"/>
                <a:gd name="csY70" fmla="*/ 4466871 h 4467101"/>
                <a:gd name="csX71" fmla="*/ 3374302 w 10595298"/>
                <a:gd name="csY71" fmla="*/ 3939631 h 4467101"/>
                <a:gd name="csX72" fmla="*/ 3374532 w 10595298"/>
                <a:gd name="csY72" fmla="*/ 3939631 h 4467101"/>
                <a:gd name="csX73" fmla="*/ 3860250 w 10595298"/>
                <a:gd name="csY73" fmla="*/ 3411015 h 4467101"/>
                <a:gd name="csX74" fmla="*/ 2561170 w 10595298"/>
                <a:gd name="csY74" fmla="*/ 3411015 h 4467101"/>
                <a:gd name="csX75" fmla="*/ 2971297 w 10595298"/>
                <a:gd name="csY75" fmla="*/ 3637041 h 4467101"/>
                <a:gd name="csX76" fmla="*/ 2857334 w 10595298"/>
                <a:gd name="csY76" fmla="*/ 3729422 h 4467101"/>
                <a:gd name="csX77" fmla="*/ 2560940 w 10595298"/>
                <a:gd name="csY77" fmla="*/ 3519214 h 4467101"/>
                <a:gd name="csX78" fmla="*/ 2387239 w 10595298"/>
                <a:gd name="csY78" fmla="*/ 3659964 h 4467101"/>
                <a:gd name="csX79" fmla="*/ 2986921 w 10595298"/>
                <a:gd name="csY79" fmla="*/ 4174368 h 4467101"/>
                <a:gd name="csX80" fmla="*/ 2633545 w 10595298"/>
                <a:gd name="csY80" fmla="*/ 4467101 h 4467101"/>
                <a:gd name="csX81" fmla="*/ 2189183 w 10595298"/>
                <a:gd name="csY81" fmla="*/ 4206919 h 4467101"/>
                <a:gd name="csX82" fmla="*/ 2305903 w 10595298"/>
                <a:gd name="csY82" fmla="*/ 4111786 h 4467101"/>
                <a:gd name="csX83" fmla="*/ 2637911 w 10595298"/>
                <a:gd name="csY83" fmla="*/ 4359131 h 4467101"/>
                <a:gd name="csX84" fmla="*/ 2841710 w 10595298"/>
                <a:gd name="csY84" fmla="*/ 4189956 h 4467101"/>
                <a:gd name="csX85" fmla="*/ 2242028 w 10595298"/>
                <a:gd name="csY85" fmla="*/ 3671197 h 4467101"/>
                <a:gd name="csX86" fmla="*/ 2561170 w 10595298"/>
                <a:gd name="csY86" fmla="*/ 3411015 h 4467101"/>
                <a:gd name="csX87" fmla="*/ 7471438 w 10595298"/>
                <a:gd name="csY87" fmla="*/ 2556885 h 4467101"/>
                <a:gd name="csX88" fmla="*/ 7478561 w 10595298"/>
                <a:gd name="csY88" fmla="*/ 2741649 h 4467101"/>
                <a:gd name="csX89" fmla="*/ 7471438 w 10595298"/>
                <a:gd name="csY89" fmla="*/ 2741649 h 4467101"/>
                <a:gd name="csX90" fmla="*/ 5217921 w 10595298"/>
                <a:gd name="csY90" fmla="*/ 2501181 h 4467101"/>
                <a:gd name="csX91" fmla="*/ 5218020 w 10595298"/>
                <a:gd name="csY91" fmla="*/ 2501331 h 4467101"/>
                <a:gd name="csX92" fmla="*/ 5217921 w 10595298"/>
                <a:gd name="csY92" fmla="*/ 2501411 h 4467101"/>
                <a:gd name="csX93" fmla="*/ 6762160 w 10595298"/>
                <a:gd name="csY93" fmla="*/ 1888895 h 4467101"/>
                <a:gd name="csX94" fmla="*/ 6592594 w 10595298"/>
                <a:gd name="csY94" fmla="*/ 2336591 h 4467101"/>
                <a:gd name="csX95" fmla="*/ 6928738 w 10595298"/>
                <a:gd name="csY95" fmla="*/ 2336591 h 4467101"/>
                <a:gd name="csX96" fmla="*/ 1200745 w 10595298"/>
                <a:gd name="csY96" fmla="*/ 1888895 h 4467101"/>
                <a:gd name="csX97" fmla="*/ 1031179 w 10595298"/>
                <a:gd name="csY97" fmla="*/ 2336591 h 4467101"/>
                <a:gd name="csX98" fmla="*/ 1367323 w 10595298"/>
                <a:gd name="csY98" fmla="*/ 2336591 h 4467101"/>
                <a:gd name="csX99" fmla="*/ 9964139 w 10595298"/>
                <a:gd name="csY99" fmla="*/ 1834795 h 4467101"/>
                <a:gd name="csX100" fmla="*/ 9964139 w 10595298"/>
                <a:gd name="csY100" fmla="*/ 2188734 h 4467101"/>
                <a:gd name="csX101" fmla="*/ 10224920 w 10595298"/>
                <a:gd name="csY101" fmla="*/ 2188734 h 4467101"/>
                <a:gd name="csX102" fmla="*/ 10435613 w 10595298"/>
                <a:gd name="csY102" fmla="*/ 1998240 h 4467101"/>
                <a:gd name="csX103" fmla="*/ 10223312 w 10595298"/>
                <a:gd name="csY103" fmla="*/ 1834795 h 4467101"/>
                <a:gd name="csX104" fmla="*/ 2847457 w 10595298"/>
                <a:gd name="csY104" fmla="*/ 1813477 h 4467101"/>
                <a:gd name="csX105" fmla="*/ 2511314 w 10595298"/>
                <a:gd name="csY105" fmla="*/ 2234123 h 4467101"/>
                <a:gd name="csX106" fmla="*/ 2777491 w 10595298"/>
                <a:gd name="csY106" fmla="*/ 2644762 h 4467101"/>
                <a:gd name="csX107" fmla="*/ 2851706 w 10595298"/>
                <a:gd name="csY107" fmla="*/ 2653381 h 4467101"/>
                <a:gd name="csX108" fmla="*/ 2851593 w 10595298"/>
                <a:gd name="csY108" fmla="*/ 2653394 h 4467101"/>
                <a:gd name="csX109" fmla="*/ 2851823 w 10595298"/>
                <a:gd name="csY109" fmla="*/ 2653394 h 4467101"/>
                <a:gd name="csX110" fmla="*/ 2851706 w 10595298"/>
                <a:gd name="csY110" fmla="*/ 2653381 h 4467101"/>
                <a:gd name="csX111" fmla="*/ 2924521 w 10595298"/>
                <a:gd name="csY111" fmla="*/ 2644646 h 4467101"/>
                <a:gd name="csX112" fmla="*/ 3177857 w 10595298"/>
                <a:gd name="csY112" fmla="*/ 2232747 h 4467101"/>
                <a:gd name="csX113" fmla="*/ 2847457 w 10595298"/>
                <a:gd name="csY113" fmla="*/ 1813477 h 4467101"/>
                <a:gd name="csX114" fmla="*/ 9824443 w 10595298"/>
                <a:gd name="csY114" fmla="*/ 1725450 h 4467101"/>
                <a:gd name="csX115" fmla="*/ 9824673 w 10595298"/>
                <a:gd name="csY115" fmla="*/ 1725450 h 4467101"/>
                <a:gd name="csX116" fmla="*/ 10250653 w 10595298"/>
                <a:gd name="csY116" fmla="*/ 1725450 h 4467101"/>
                <a:gd name="csX117" fmla="*/ 10585419 w 10595298"/>
                <a:gd name="csY117" fmla="*/ 1981276 h 4467101"/>
                <a:gd name="csX118" fmla="*/ 10321880 w 10595298"/>
                <a:gd name="csY118" fmla="*/ 2245584 h 4467101"/>
                <a:gd name="csX119" fmla="*/ 10559685 w 10595298"/>
                <a:gd name="csY119" fmla="*/ 2471610 h 4467101"/>
                <a:gd name="csX120" fmla="*/ 10595298 w 10595298"/>
                <a:gd name="csY120" fmla="*/ 2741649 h 4467101"/>
                <a:gd name="csX121" fmla="*/ 10445723 w 10595298"/>
                <a:gd name="csY121" fmla="*/ 2741649 h 4467101"/>
                <a:gd name="csX122" fmla="*/ 10412866 w 10595298"/>
                <a:gd name="csY122" fmla="*/ 2481467 h 4467101"/>
                <a:gd name="csX123" fmla="*/ 10186320 w 10595298"/>
                <a:gd name="csY123" fmla="*/ 2296704 h 4467101"/>
                <a:gd name="csX124" fmla="*/ 9964139 w 10595298"/>
                <a:gd name="csY124" fmla="*/ 2296704 h 4467101"/>
                <a:gd name="csX125" fmla="*/ 9964139 w 10595298"/>
                <a:gd name="csY125" fmla="*/ 2741649 h 4467101"/>
                <a:gd name="csX126" fmla="*/ 9824443 w 10595298"/>
                <a:gd name="csY126" fmla="*/ 2741649 h 4467101"/>
                <a:gd name="csX127" fmla="*/ 8975698 w 10595298"/>
                <a:gd name="csY127" fmla="*/ 1725450 h 4467101"/>
                <a:gd name="csX128" fmla="*/ 9679463 w 10595298"/>
                <a:gd name="csY128" fmla="*/ 1725450 h 4467101"/>
                <a:gd name="csX129" fmla="*/ 9679463 w 10595298"/>
                <a:gd name="csY129" fmla="*/ 1834795 h 4467101"/>
                <a:gd name="csX130" fmla="*/ 9115394 w 10595298"/>
                <a:gd name="csY130" fmla="*/ 1834795 h 4467101"/>
                <a:gd name="csX131" fmla="*/ 9115394 w 10595298"/>
                <a:gd name="csY131" fmla="*/ 2160309 h 4467101"/>
                <a:gd name="csX132" fmla="*/ 9618116 w 10595298"/>
                <a:gd name="csY132" fmla="*/ 2160309 h 4467101"/>
                <a:gd name="csX133" fmla="*/ 9618116 w 10595298"/>
                <a:gd name="csY133" fmla="*/ 2268279 h 4467101"/>
                <a:gd name="csX134" fmla="*/ 9115394 w 10595298"/>
                <a:gd name="csY134" fmla="*/ 2268279 h 4467101"/>
                <a:gd name="csX135" fmla="*/ 9115394 w 10595298"/>
                <a:gd name="csY135" fmla="*/ 2632074 h 4467101"/>
                <a:gd name="csX136" fmla="*/ 9679463 w 10595298"/>
                <a:gd name="csY136" fmla="*/ 2632074 h 4467101"/>
                <a:gd name="csX137" fmla="*/ 9679463 w 10595298"/>
                <a:gd name="csY137" fmla="*/ 2741420 h 4467101"/>
                <a:gd name="csX138" fmla="*/ 8975698 w 10595298"/>
                <a:gd name="csY138" fmla="*/ 2741420 h 4467101"/>
                <a:gd name="csX139" fmla="*/ 8037115 w 10595298"/>
                <a:gd name="csY139" fmla="*/ 1725450 h 4467101"/>
                <a:gd name="csX140" fmla="*/ 8864723 w 10595298"/>
                <a:gd name="csY140" fmla="*/ 1725450 h 4467101"/>
                <a:gd name="csX141" fmla="*/ 8864723 w 10595298"/>
                <a:gd name="csY141" fmla="*/ 1834795 h 4467101"/>
                <a:gd name="csX142" fmla="*/ 8521456 w 10595298"/>
                <a:gd name="csY142" fmla="*/ 1834795 h 4467101"/>
                <a:gd name="csX143" fmla="*/ 8521456 w 10595298"/>
                <a:gd name="csY143" fmla="*/ 2741420 h 4467101"/>
                <a:gd name="csX144" fmla="*/ 8381760 w 10595298"/>
                <a:gd name="csY144" fmla="*/ 2741420 h 4467101"/>
                <a:gd name="csX145" fmla="*/ 8381760 w 10595298"/>
                <a:gd name="csY145" fmla="*/ 1834795 h 4467101"/>
                <a:gd name="csX146" fmla="*/ 8037115 w 10595298"/>
                <a:gd name="csY146" fmla="*/ 1834795 h 4467101"/>
                <a:gd name="csX147" fmla="*/ 7330134 w 10595298"/>
                <a:gd name="csY147" fmla="*/ 1725450 h 4467101"/>
                <a:gd name="csX148" fmla="*/ 7330364 w 10595298"/>
                <a:gd name="csY148" fmla="*/ 1725450 h 4467101"/>
                <a:gd name="csX149" fmla="*/ 8009773 w 10595298"/>
                <a:gd name="csY149" fmla="*/ 1725450 h 4467101"/>
                <a:gd name="csX150" fmla="*/ 8009773 w 10595298"/>
                <a:gd name="csY150" fmla="*/ 1834795 h 4467101"/>
                <a:gd name="csX151" fmla="*/ 7469830 w 10595298"/>
                <a:gd name="csY151" fmla="*/ 1834795 h 4467101"/>
                <a:gd name="csX152" fmla="*/ 7469830 w 10595298"/>
                <a:gd name="csY152" fmla="*/ 2158933 h 4467101"/>
                <a:gd name="csX153" fmla="*/ 7934182 w 10595298"/>
                <a:gd name="csY153" fmla="*/ 2158933 h 4467101"/>
                <a:gd name="csX154" fmla="*/ 7934182 w 10595298"/>
                <a:gd name="csY154" fmla="*/ 2268279 h 4467101"/>
                <a:gd name="csX155" fmla="*/ 7469830 w 10595298"/>
                <a:gd name="csY155" fmla="*/ 2268279 h 4467101"/>
                <a:gd name="csX156" fmla="*/ 7469830 w 10595298"/>
                <a:gd name="csY156" fmla="*/ 2741649 h 4467101"/>
                <a:gd name="csX157" fmla="*/ 7330134 w 10595298"/>
                <a:gd name="csY157" fmla="*/ 2741649 h 4467101"/>
                <a:gd name="csX158" fmla="*/ 6699434 w 10595298"/>
                <a:gd name="csY158" fmla="*/ 1725450 h 4467101"/>
                <a:gd name="csX159" fmla="*/ 6843266 w 10595298"/>
                <a:gd name="csY159" fmla="*/ 1725450 h 4467101"/>
                <a:gd name="csX160" fmla="*/ 7229268 w 10595298"/>
                <a:gd name="csY160" fmla="*/ 2741649 h 4467101"/>
                <a:gd name="csX161" fmla="*/ 7081071 w 10595298"/>
                <a:gd name="csY161" fmla="*/ 2741649 h 4467101"/>
                <a:gd name="csX162" fmla="*/ 6968487 w 10595298"/>
                <a:gd name="csY162" fmla="*/ 2441809 h 4467101"/>
                <a:gd name="csX163" fmla="*/ 6552616 w 10595298"/>
                <a:gd name="csY163" fmla="*/ 2441809 h 4467101"/>
                <a:gd name="csX164" fmla="*/ 6500000 w 10595298"/>
                <a:gd name="csY164" fmla="*/ 2582560 h 4467101"/>
                <a:gd name="csX165" fmla="*/ 6457264 w 10595298"/>
                <a:gd name="csY165" fmla="*/ 2741649 h 4467101"/>
                <a:gd name="csX166" fmla="*/ 6313432 w 10595298"/>
                <a:gd name="csY166" fmla="*/ 2741649 h 4467101"/>
                <a:gd name="csX167" fmla="*/ 4380204 w 10595298"/>
                <a:gd name="csY167" fmla="*/ 1725450 h 4467101"/>
                <a:gd name="csX168" fmla="*/ 5207811 w 10595298"/>
                <a:gd name="csY168" fmla="*/ 1725450 h 4467101"/>
                <a:gd name="csX169" fmla="*/ 5207811 w 10595298"/>
                <a:gd name="csY169" fmla="*/ 1834795 h 4467101"/>
                <a:gd name="csX170" fmla="*/ 4864545 w 10595298"/>
                <a:gd name="csY170" fmla="*/ 1834795 h 4467101"/>
                <a:gd name="csX171" fmla="*/ 4864545 w 10595298"/>
                <a:gd name="csY171" fmla="*/ 2741420 h 4467101"/>
                <a:gd name="csX172" fmla="*/ 4724849 w 10595298"/>
                <a:gd name="csY172" fmla="*/ 2741420 h 4467101"/>
                <a:gd name="csX173" fmla="*/ 4724849 w 10595298"/>
                <a:gd name="csY173" fmla="*/ 1834795 h 4467101"/>
                <a:gd name="csX174" fmla="*/ 4380204 w 10595298"/>
                <a:gd name="csY174" fmla="*/ 1834795 h 4467101"/>
                <a:gd name="csX175" fmla="*/ 3464371 w 10595298"/>
                <a:gd name="csY175" fmla="*/ 1725450 h 4467101"/>
                <a:gd name="csX176" fmla="*/ 3604067 w 10595298"/>
                <a:gd name="csY176" fmla="*/ 1725450 h 4467101"/>
                <a:gd name="csX177" fmla="*/ 3604067 w 10595298"/>
                <a:gd name="csY177" fmla="*/ 2400547 h 4467101"/>
                <a:gd name="csX178" fmla="*/ 3883226 w 10595298"/>
                <a:gd name="csY178" fmla="*/ 2654998 h 4467101"/>
                <a:gd name="csX179" fmla="*/ 4162389 w 10595298"/>
                <a:gd name="csY179" fmla="*/ 2401923 h 4467101"/>
                <a:gd name="csX180" fmla="*/ 4162389 w 10595298"/>
                <a:gd name="csY180" fmla="*/ 1725450 h 4467101"/>
                <a:gd name="csX181" fmla="*/ 4276351 w 10595298"/>
                <a:gd name="csY181" fmla="*/ 1725450 h 4467101"/>
                <a:gd name="csX182" fmla="*/ 4276351 w 10595298"/>
                <a:gd name="csY182" fmla="*/ 2401923 h 4467101"/>
                <a:gd name="csX183" fmla="*/ 3873347 w 10595298"/>
                <a:gd name="csY183" fmla="*/ 2761592 h 4467101"/>
                <a:gd name="csX184" fmla="*/ 3464600 w 10595298"/>
                <a:gd name="csY184" fmla="*/ 2399172 h 4467101"/>
                <a:gd name="csX185" fmla="*/ 3464371 w 10595298"/>
                <a:gd name="csY185" fmla="*/ 2399172 h 4467101"/>
                <a:gd name="csX186" fmla="*/ 1546538 w 10595298"/>
                <a:gd name="csY186" fmla="*/ 1725450 h 4467101"/>
                <a:gd name="csX187" fmla="*/ 1546767 w 10595298"/>
                <a:gd name="csY187" fmla="*/ 1725450 h 4467101"/>
                <a:gd name="csX188" fmla="*/ 1702087 w 10595298"/>
                <a:gd name="csY188" fmla="*/ 1725450 h 4467101"/>
                <a:gd name="csX189" fmla="*/ 1900143 w 10595298"/>
                <a:gd name="csY189" fmla="*/ 2066552 h 4467101"/>
                <a:gd name="csX190" fmla="*/ 1974126 w 10595298"/>
                <a:gd name="csY190" fmla="*/ 2215784 h 4467101"/>
                <a:gd name="csX191" fmla="*/ 2058220 w 10595298"/>
                <a:gd name="csY191" fmla="*/ 2066552 h 4467101"/>
                <a:gd name="csX192" fmla="*/ 2173562 w 10595298"/>
                <a:gd name="csY192" fmla="*/ 1868951 h 4467101"/>
                <a:gd name="csX193" fmla="*/ 2233299 w 10595298"/>
                <a:gd name="csY193" fmla="*/ 1725450 h 4467101"/>
                <a:gd name="csX194" fmla="*/ 2377131 w 10595298"/>
                <a:gd name="csY194" fmla="*/ 1725450 h 4467101"/>
                <a:gd name="csX195" fmla="*/ 2035243 w 10595298"/>
                <a:gd name="csY195" fmla="*/ 2322378 h 4467101"/>
                <a:gd name="csX196" fmla="*/ 2035243 w 10595298"/>
                <a:gd name="csY196" fmla="*/ 2741649 h 4467101"/>
                <a:gd name="csX197" fmla="*/ 1895548 w 10595298"/>
                <a:gd name="csY197" fmla="*/ 2741649 h 4467101"/>
                <a:gd name="csX198" fmla="*/ 1895548 w 10595298"/>
                <a:gd name="csY198" fmla="*/ 2322378 h 4467101"/>
                <a:gd name="csX199" fmla="*/ 1138019 w 10595298"/>
                <a:gd name="csY199" fmla="*/ 1725450 h 4467101"/>
                <a:gd name="csX200" fmla="*/ 1281851 w 10595298"/>
                <a:gd name="csY200" fmla="*/ 1725450 h 4467101"/>
                <a:gd name="csX201" fmla="*/ 1667853 w 10595298"/>
                <a:gd name="csY201" fmla="*/ 2741649 h 4467101"/>
                <a:gd name="csX202" fmla="*/ 1519656 w 10595298"/>
                <a:gd name="csY202" fmla="*/ 2741649 h 4467101"/>
                <a:gd name="csX203" fmla="*/ 1407071 w 10595298"/>
                <a:gd name="csY203" fmla="*/ 2441809 h 4467101"/>
                <a:gd name="csX204" fmla="*/ 991201 w 10595298"/>
                <a:gd name="csY204" fmla="*/ 2441809 h 4467101"/>
                <a:gd name="csX205" fmla="*/ 938585 w 10595298"/>
                <a:gd name="csY205" fmla="*/ 2582560 h 4467101"/>
                <a:gd name="csX206" fmla="*/ 895849 w 10595298"/>
                <a:gd name="csY206" fmla="*/ 2741649 h 4467101"/>
                <a:gd name="csX207" fmla="*/ 752017 w 10595298"/>
                <a:gd name="csY207" fmla="*/ 2741649 h 4467101"/>
                <a:gd name="csX208" fmla="*/ 86852 w 10595298"/>
                <a:gd name="csY208" fmla="*/ 1725450 h 4467101"/>
                <a:gd name="csX209" fmla="*/ 233441 w 10595298"/>
                <a:gd name="csY209" fmla="*/ 1725450 h 4467101"/>
                <a:gd name="csX210" fmla="*/ 226318 w 10595298"/>
                <a:gd name="csY210" fmla="*/ 1910214 h 4467101"/>
                <a:gd name="csX211" fmla="*/ 226318 w 10595298"/>
                <a:gd name="csY211" fmla="*/ 2632074 h 4467101"/>
                <a:gd name="csX212" fmla="*/ 732027 w 10595298"/>
                <a:gd name="csY212" fmla="*/ 2632074 h 4467101"/>
                <a:gd name="csX213" fmla="*/ 732027 w 10595298"/>
                <a:gd name="csY213" fmla="*/ 2741420 h 4467101"/>
                <a:gd name="csX214" fmla="*/ 86852 w 10595298"/>
                <a:gd name="csY214" fmla="*/ 2741420 h 4467101"/>
                <a:gd name="csX215" fmla="*/ 86852 w 10595298"/>
                <a:gd name="csY215" fmla="*/ 1725221 h 4467101"/>
                <a:gd name="csX216" fmla="*/ 86852 w 10595298"/>
                <a:gd name="csY216" fmla="*/ 1725450 h 4467101"/>
                <a:gd name="csX217" fmla="*/ 86622 w 10595298"/>
                <a:gd name="csY217" fmla="*/ 1725450 h 4467101"/>
                <a:gd name="csX218" fmla="*/ 5589908 w 10595298"/>
                <a:gd name="csY218" fmla="*/ 1705507 h 4467101"/>
                <a:gd name="csX219" fmla="*/ 6000035 w 10595298"/>
                <a:gd name="csY219" fmla="*/ 1931533 h 4467101"/>
                <a:gd name="csX220" fmla="*/ 5886072 w 10595298"/>
                <a:gd name="csY220" fmla="*/ 2023914 h 4467101"/>
                <a:gd name="csX221" fmla="*/ 5589678 w 10595298"/>
                <a:gd name="csY221" fmla="*/ 1813477 h 4467101"/>
                <a:gd name="csX222" fmla="*/ 5415977 w 10595298"/>
                <a:gd name="csY222" fmla="*/ 1954227 h 4467101"/>
                <a:gd name="csX223" fmla="*/ 6015659 w 10595298"/>
                <a:gd name="csY223" fmla="*/ 2468630 h 4467101"/>
                <a:gd name="csX224" fmla="*/ 5662283 w 10595298"/>
                <a:gd name="csY224" fmla="*/ 2761363 h 4467101"/>
                <a:gd name="csX225" fmla="*/ 5257700 w 10595298"/>
                <a:gd name="csY225" fmla="*/ 2561328 h 4467101"/>
                <a:gd name="csX226" fmla="*/ 5218020 w 10595298"/>
                <a:gd name="csY226" fmla="*/ 2501331 h 4467101"/>
                <a:gd name="csX227" fmla="*/ 5334641 w 10595298"/>
                <a:gd name="csY227" fmla="*/ 2406278 h 4467101"/>
                <a:gd name="csX228" fmla="*/ 5666649 w 10595298"/>
                <a:gd name="csY228" fmla="*/ 2653623 h 4467101"/>
                <a:gd name="csX229" fmla="*/ 5870449 w 10595298"/>
                <a:gd name="csY229" fmla="*/ 2484447 h 4467101"/>
                <a:gd name="csX230" fmla="*/ 5270767 w 10595298"/>
                <a:gd name="csY230" fmla="*/ 1965689 h 4467101"/>
                <a:gd name="csX231" fmla="*/ 5589908 w 10595298"/>
                <a:gd name="csY231" fmla="*/ 1705507 h 4467101"/>
                <a:gd name="csX232" fmla="*/ 2847457 w 10595298"/>
                <a:gd name="csY232" fmla="*/ 1705507 h 4467101"/>
                <a:gd name="csX233" fmla="*/ 3326054 w 10595298"/>
                <a:gd name="csY233" fmla="*/ 2232747 h 4467101"/>
                <a:gd name="csX234" fmla="*/ 2851593 w 10595298"/>
                <a:gd name="csY234" fmla="*/ 2761363 h 4467101"/>
                <a:gd name="csX235" fmla="*/ 2361507 w 10595298"/>
                <a:gd name="csY235" fmla="*/ 2234123 h 4467101"/>
                <a:gd name="csX236" fmla="*/ 2361738 w 10595298"/>
                <a:gd name="csY236" fmla="*/ 2234123 h 4467101"/>
                <a:gd name="csX237" fmla="*/ 2847457 w 10595298"/>
                <a:gd name="csY237" fmla="*/ 1705507 h 4467101"/>
                <a:gd name="csX238" fmla="*/ 6481619 w 10595298"/>
                <a:gd name="csY238" fmla="*/ 795675 h 4467101"/>
                <a:gd name="csX239" fmla="*/ 6481637 w 10595298"/>
                <a:gd name="csY239" fmla="*/ 795702 h 4467101"/>
                <a:gd name="csX240" fmla="*/ 6481389 w 10595298"/>
                <a:gd name="csY240" fmla="*/ 795903 h 4467101"/>
                <a:gd name="csX241" fmla="*/ 224939 w 10595298"/>
                <a:gd name="csY241" fmla="*/ 129288 h 4467101"/>
                <a:gd name="csX242" fmla="*/ 224939 w 10595298"/>
                <a:gd name="csY242" fmla="*/ 926567 h 4467101"/>
                <a:gd name="csX243" fmla="*/ 445742 w 10595298"/>
                <a:gd name="csY243" fmla="*/ 926567 h 4467101"/>
                <a:gd name="csX244" fmla="*/ 808998 w 10595298"/>
                <a:gd name="csY244" fmla="*/ 525865 h 4467101"/>
                <a:gd name="csX245" fmla="*/ 447120 w 10595298"/>
                <a:gd name="csY245" fmla="*/ 129288 h 4467101"/>
                <a:gd name="csX246" fmla="*/ 3901607 w 10595298"/>
                <a:gd name="csY246" fmla="*/ 107970 h 4467101"/>
                <a:gd name="csX247" fmla="*/ 3565467 w 10595298"/>
                <a:gd name="csY247" fmla="*/ 528616 h 4467101"/>
                <a:gd name="csX248" fmla="*/ 3831642 w 10595298"/>
                <a:gd name="csY248" fmla="*/ 939255 h 4467101"/>
                <a:gd name="csX249" fmla="*/ 3905856 w 10595298"/>
                <a:gd name="csY249" fmla="*/ 947873 h 4467101"/>
                <a:gd name="csX250" fmla="*/ 3905743 w 10595298"/>
                <a:gd name="csY250" fmla="*/ 947887 h 4467101"/>
                <a:gd name="csX251" fmla="*/ 3905973 w 10595298"/>
                <a:gd name="csY251" fmla="*/ 947887 h 4467101"/>
                <a:gd name="csX252" fmla="*/ 3905856 w 10595298"/>
                <a:gd name="csY252" fmla="*/ 947873 h 4467101"/>
                <a:gd name="csX253" fmla="*/ 3978671 w 10595298"/>
                <a:gd name="csY253" fmla="*/ 939139 h 4467101"/>
                <a:gd name="csX254" fmla="*/ 4232007 w 10595298"/>
                <a:gd name="csY254" fmla="*/ 527240 h 4467101"/>
                <a:gd name="csX255" fmla="*/ 3901607 w 10595298"/>
                <a:gd name="csY255" fmla="*/ 107970 h 4467101"/>
                <a:gd name="csX256" fmla="*/ 1541254 w 10595298"/>
                <a:gd name="csY256" fmla="*/ 107970 h 4467101"/>
                <a:gd name="csX257" fmla="*/ 1205109 w 10595298"/>
                <a:gd name="csY257" fmla="*/ 528616 h 4467101"/>
                <a:gd name="csX258" fmla="*/ 1471287 w 10595298"/>
                <a:gd name="csY258" fmla="*/ 939255 h 4467101"/>
                <a:gd name="csX259" fmla="*/ 1545502 w 10595298"/>
                <a:gd name="csY259" fmla="*/ 947873 h 4467101"/>
                <a:gd name="csX260" fmla="*/ 1545389 w 10595298"/>
                <a:gd name="csY260" fmla="*/ 947887 h 4467101"/>
                <a:gd name="csX261" fmla="*/ 1545618 w 10595298"/>
                <a:gd name="csY261" fmla="*/ 947887 h 4467101"/>
                <a:gd name="csX262" fmla="*/ 1545502 w 10595298"/>
                <a:gd name="csY262" fmla="*/ 947873 h 4467101"/>
                <a:gd name="csX263" fmla="*/ 1618317 w 10595298"/>
                <a:gd name="csY263" fmla="*/ 939139 h 4467101"/>
                <a:gd name="csX264" fmla="*/ 1871652 w 10595298"/>
                <a:gd name="csY264" fmla="*/ 527240 h 4467101"/>
                <a:gd name="csX265" fmla="*/ 1541254 w 10595298"/>
                <a:gd name="csY265" fmla="*/ 107970 h 4467101"/>
                <a:gd name="csX266" fmla="*/ 7420201 w 10595298"/>
                <a:gd name="csY266" fmla="*/ 19943 h 4467101"/>
                <a:gd name="csX267" fmla="*/ 8123966 w 10595298"/>
                <a:gd name="csY267" fmla="*/ 19943 h 4467101"/>
                <a:gd name="csX268" fmla="*/ 8123966 w 10595298"/>
                <a:gd name="csY268" fmla="*/ 129288 h 4467101"/>
                <a:gd name="csX269" fmla="*/ 7559897 w 10595298"/>
                <a:gd name="csY269" fmla="*/ 129288 h 4467101"/>
                <a:gd name="csX270" fmla="*/ 7559897 w 10595298"/>
                <a:gd name="csY270" fmla="*/ 454802 h 4467101"/>
                <a:gd name="csX271" fmla="*/ 8062619 w 10595298"/>
                <a:gd name="csY271" fmla="*/ 454802 h 4467101"/>
                <a:gd name="csX272" fmla="*/ 8062619 w 10595298"/>
                <a:gd name="csY272" fmla="*/ 562772 h 4467101"/>
                <a:gd name="csX273" fmla="*/ 7559897 w 10595298"/>
                <a:gd name="csY273" fmla="*/ 562772 h 4467101"/>
                <a:gd name="csX274" fmla="*/ 7559897 w 10595298"/>
                <a:gd name="csY274" fmla="*/ 926567 h 4467101"/>
                <a:gd name="csX275" fmla="*/ 8123966 w 10595298"/>
                <a:gd name="csY275" fmla="*/ 926567 h 4467101"/>
                <a:gd name="csX276" fmla="*/ 8123966 w 10595298"/>
                <a:gd name="csY276" fmla="*/ 1035913 h 4467101"/>
                <a:gd name="csX277" fmla="*/ 7420201 w 10595298"/>
                <a:gd name="csY277" fmla="*/ 1035913 h 4467101"/>
                <a:gd name="csX278" fmla="*/ 5555443 w 10595298"/>
                <a:gd name="csY278" fmla="*/ 19943 h 4467101"/>
                <a:gd name="csX279" fmla="*/ 5695139 w 10595298"/>
                <a:gd name="csY279" fmla="*/ 19943 h 4467101"/>
                <a:gd name="csX280" fmla="*/ 5695139 w 10595298"/>
                <a:gd name="csY280" fmla="*/ 695040 h 4467101"/>
                <a:gd name="csX281" fmla="*/ 5974301 w 10595298"/>
                <a:gd name="csY281" fmla="*/ 949491 h 4467101"/>
                <a:gd name="csX282" fmla="*/ 6253463 w 10595298"/>
                <a:gd name="csY282" fmla="*/ 696414 h 4467101"/>
                <a:gd name="csX283" fmla="*/ 6253463 w 10595298"/>
                <a:gd name="csY283" fmla="*/ 19943 h 4467101"/>
                <a:gd name="csX284" fmla="*/ 6367426 w 10595298"/>
                <a:gd name="csY284" fmla="*/ 19943 h 4467101"/>
                <a:gd name="csX285" fmla="*/ 6367426 w 10595298"/>
                <a:gd name="csY285" fmla="*/ 696414 h 4467101"/>
                <a:gd name="csX286" fmla="*/ 5964191 w 10595298"/>
                <a:gd name="csY286" fmla="*/ 1056085 h 4467101"/>
                <a:gd name="csX287" fmla="*/ 5555443 w 10595298"/>
                <a:gd name="csY287" fmla="*/ 693665 h 4467101"/>
                <a:gd name="csX288" fmla="*/ 4368946 w 10595298"/>
                <a:gd name="csY288" fmla="*/ 19943 h 4467101"/>
                <a:gd name="csX289" fmla="*/ 5196553 w 10595298"/>
                <a:gd name="csY289" fmla="*/ 19943 h 4467101"/>
                <a:gd name="csX290" fmla="*/ 5196553 w 10595298"/>
                <a:gd name="csY290" fmla="*/ 129288 h 4467101"/>
                <a:gd name="csX291" fmla="*/ 4853287 w 10595298"/>
                <a:gd name="csY291" fmla="*/ 129288 h 4467101"/>
                <a:gd name="csX292" fmla="*/ 4853287 w 10595298"/>
                <a:gd name="csY292" fmla="*/ 1035912 h 4467101"/>
                <a:gd name="csX293" fmla="*/ 4713591 w 10595298"/>
                <a:gd name="csY293" fmla="*/ 1035912 h 4467101"/>
                <a:gd name="csX294" fmla="*/ 4713591 w 10595298"/>
                <a:gd name="csY294" fmla="*/ 129288 h 4467101"/>
                <a:gd name="csX295" fmla="*/ 4368946 w 10595298"/>
                <a:gd name="csY295" fmla="*/ 129288 h 4467101"/>
                <a:gd name="csX296" fmla="*/ 2462834 w 10595298"/>
                <a:gd name="csY296" fmla="*/ 19943 h 4467101"/>
                <a:gd name="csX297" fmla="*/ 2620910 w 10595298"/>
                <a:gd name="csY297" fmla="*/ 19943 h 4467101"/>
                <a:gd name="csX298" fmla="*/ 3155109 w 10595298"/>
                <a:gd name="csY298" fmla="*/ 855504 h 4467101"/>
                <a:gd name="csX299" fmla="*/ 3155109 w 10595298"/>
                <a:gd name="csY299" fmla="*/ 19943 h 4467101"/>
                <a:gd name="csX300" fmla="*/ 3269073 w 10595298"/>
                <a:gd name="csY300" fmla="*/ 19943 h 4467101"/>
                <a:gd name="csX301" fmla="*/ 3269073 w 10595298"/>
                <a:gd name="csY301" fmla="*/ 1036142 h 4467101"/>
                <a:gd name="csX302" fmla="*/ 3108008 w 10595298"/>
                <a:gd name="csY302" fmla="*/ 1036142 h 4467101"/>
                <a:gd name="csX303" fmla="*/ 2576795 w 10595298"/>
                <a:gd name="csY303" fmla="*/ 206082 h 4467101"/>
                <a:gd name="csX304" fmla="*/ 2576795 w 10595298"/>
                <a:gd name="csY304" fmla="*/ 1036142 h 4467101"/>
                <a:gd name="csX305" fmla="*/ 2462834 w 10595298"/>
                <a:gd name="csY305" fmla="*/ 1036142 h 4467101"/>
                <a:gd name="csX306" fmla="*/ 86622 w 10595298"/>
                <a:gd name="csY306" fmla="*/ 19943 h 4467101"/>
                <a:gd name="csX307" fmla="*/ 447120 w 10595298"/>
                <a:gd name="csY307" fmla="*/ 19943 h 4467101"/>
                <a:gd name="csX308" fmla="*/ 958573 w 10595298"/>
                <a:gd name="csY308" fmla="*/ 525865 h 4467101"/>
                <a:gd name="csX309" fmla="*/ 439998 w 10595298"/>
                <a:gd name="csY309" fmla="*/ 1036142 h 4467101"/>
                <a:gd name="csX310" fmla="*/ 86622 w 10595298"/>
                <a:gd name="csY310" fmla="*/ 1036142 h 4467101"/>
                <a:gd name="csX311" fmla="*/ 6853376 w 10595298"/>
                <a:gd name="csY311" fmla="*/ 0 h 4467101"/>
                <a:gd name="csX312" fmla="*/ 7263503 w 10595298"/>
                <a:gd name="csY312" fmla="*/ 226026 h 4467101"/>
                <a:gd name="csX313" fmla="*/ 7149540 w 10595298"/>
                <a:gd name="csY313" fmla="*/ 318407 h 4467101"/>
                <a:gd name="csX314" fmla="*/ 6853376 w 10595298"/>
                <a:gd name="csY314" fmla="*/ 107970 h 4467101"/>
                <a:gd name="csX315" fmla="*/ 6679675 w 10595298"/>
                <a:gd name="csY315" fmla="*/ 248720 h 4467101"/>
                <a:gd name="csX316" fmla="*/ 7279357 w 10595298"/>
                <a:gd name="csY316" fmla="*/ 763123 h 4467101"/>
                <a:gd name="csX317" fmla="*/ 6925981 w 10595298"/>
                <a:gd name="csY317" fmla="*/ 1055856 h 4467101"/>
                <a:gd name="csX318" fmla="*/ 6521398 w 10595298"/>
                <a:gd name="csY318" fmla="*/ 855821 h 4467101"/>
                <a:gd name="csX319" fmla="*/ 6481637 w 10595298"/>
                <a:gd name="csY319" fmla="*/ 795702 h 4467101"/>
                <a:gd name="csX320" fmla="*/ 6598108 w 10595298"/>
                <a:gd name="csY320" fmla="*/ 700771 h 4467101"/>
                <a:gd name="csX321" fmla="*/ 6930117 w 10595298"/>
                <a:gd name="csY321" fmla="*/ 948116 h 4467101"/>
                <a:gd name="csX322" fmla="*/ 7133916 w 10595298"/>
                <a:gd name="csY322" fmla="*/ 778941 h 4467101"/>
                <a:gd name="csX323" fmla="*/ 6534234 w 10595298"/>
                <a:gd name="csY323" fmla="*/ 260182 h 4467101"/>
                <a:gd name="csX324" fmla="*/ 6853376 w 10595298"/>
                <a:gd name="csY324" fmla="*/ 0 h 4467101"/>
                <a:gd name="csX325" fmla="*/ 3901607 w 10595298"/>
                <a:gd name="csY325" fmla="*/ 0 h 4467101"/>
                <a:gd name="csX326" fmla="*/ 4380204 w 10595298"/>
                <a:gd name="csY326" fmla="*/ 527240 h 4467101"/>
                <a:gd name="csX327" fmla="*/ 3905743 w 10595298"/>
                <a:gd name="csY327" fmla="*/ 1055856 h 4467101"/>
                <a:gd name="csX328" fmla="*/ 3415662 w 10595298"/>
                <a:gd name="csY328" fmla="*/ 528616 h 4467101"/>
                <a:gd name="csX329" fmla="*/ 3415891 w 10595298"/>
                <a:gd name="csY329" fmla="*/ 528616 h 4467101"/>
                <a:gd name="csX330" fmla="*/ 3901607 w 10595298"/>
                <a:gd name="csY330" fmla="*/ 0 h 4467101"/>
                <a:gd name="csX331" fmla="*/ 1541024 w 10595298"/>
                <a:gd name="csY331" fmla="*/ 0 h 4467101"/>
                <a:gd name="csX332" fmla="*/ 2019620 w 10595298"/>
                <a:gd name="csY332" fmla="*/ 527240 h 4467101"/>
                <a:gd name="csX333" fmla="*/ 1545160 w 10595298"/>
                <a:gd name="csY333" fmla="*/ 1055856 h 4467101"/>
                <a:gd name="csX334" fmla="*/ 1055074 w 10595298"/>
                <a:gd name="csY334" fmla="*/ 528616 h 4467101"/>
                <a:gd name="csX335" fmla="*/ 1055304 w 10595298"/>
                <a:gd name="csY335" fmla="*/ 528616 h 4467101"/>
                <a:gd name="csX336" fmla="*/ 1541024 w 10595298"/>
                <a:gd name="csY336" fmla="*/ 0 h 44671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</a:cxnLst>
              <a:rect l="l" t="t" r="r" b="b"/>
              <a:pathLst>
                <a:path w="10595298" h="4467101">
                  <a:moveTo>
                    <a:pt x="6324690" y="4306406"/>
                  </a:moveTo>
                  <a:lnTo>
                    <a:pt x="6465765" y="4306406"/>
                  </a:lnTo>
                  <a:lnTo>
                    <a:pt x="6465765" y="4447157"/>
                  </a:lnTo>
                  <a:lnTo>
                    <a:pt x="6324690" y="4447157"/>
                  </a:lnTo>
                  <a:close/>
                  <a:moveTo>
                    <a:pt x="3860250" y="3518985"/>
                  </a:moveTo>
                  <a:cubicBezTo>
                    <a:pt x="3653694" y="3518985"/>
                    <a:pt x="3524107" y="3710854"/>
                    <a:pt x="3524107" y="3939631"/>
                  </a:cubicBezTo>
                  <a:cubicBezTo>
                    <a:pt x="3524107" y="4139811"/>
                    <a:pt x="3625609" y="4310681"/>
                    <a:pt x="3790285" y="4350270"/>
                  </a:cubicBezTo>
                  <a:lnTo>
                    <a:pt x="3864500" y="4358889"/>
                  </a:lnTo>
                  <a:lnTo>
                    <a:pt x="3864386" y="4358902"/>
                  </a:lnTo>
                  <a:lnTo>
                    <a:pt x="3864616" y="4358902"/>
                  </a:lnTo>
                  <a:lnTo>
                    <a:pt x="3864500" y="4358889"/>
                  </a:lnTo>
                  <a:lnTo>
                    <a:pt x="3937314" y="4350155"/>
                  </a:lnTo>
                  <a:cubicBezTo>
                    <a:pt x="4097944" y="4310057"/>
                    <a:pt x="4190650" y="4137231"/>
                    <a:pt x="4190650" y="3938255"/>
                  </a:cubicBezTo>
                  <a:cubicBezTo>
                    <a:pt x="4190650" y="3710854"/>
                    <a:pt x="4066807" y="3518985"/>
                    <a:pt x="3860250" y="3518985"/>
                  </a:cubicBezTo>
                  <a:close/>
                  <a:moveTo>
                    <a:pt x="6327447" y="3430958"/>
                  </a:moveTo>
                  <a:lnTo>
                    <a:pt x="6462778" y="3430958"/>
                  </a:lnTo>
                  <a:cubicBezTo>
                    <a:pt x="6458412" y="3497665"/>
                    <a:pt x="6458412" y="3563226"/>
                    <a:pt x="6458412" y="3631309"/>
                  </a:cubicBezTo>
                  <a:cubicBezTo>
                    <a:pt x="6458412" y="3816072"/>
                    <a:pt x="6438423" y="4012298"/>
                    <a:pt x="6435666" y="4182619"/>
                  </a:cubicBezTo>
                  <a:lnTo>
                    <a:pt x="6352951" y="4182619"/>
                  </a:lnTo>
                  <a:cubicBezTo>
                    <a:pt x="6351573" y="4012068"/>
                    <a:pt x="6331583" y="3817448"/>
                    <a:pt x="6331583" y="3631309"/>
                  </a:cubicBezTo>
                  <a:lnTo>
                    <a:pt x="6331813" y="3631309"/>
                  </a:lnTo>
                  <a:cubicBezTo>
                    <a:pt x="6331813" y="3557495"/>
                    <a:pt x="6330434" y="3497665"/>
                    <a:pt x="6327447" y="3430958"/>
                  </a:cubicBezTo>
                  <a:close/>
                  <a:moveTo>
                    <a:pt x="5488352" y="3430958"/>
                  </a:moveTo>
                  <a:lnTo>
                    <a:pt x="6192117" y="3430958"/>
                  </a:lnTo>
                  <a:lnTo>
                    <a:pt x="6192117" y="3540303"/>
                  </a:lnTo>
                  <a:lnTo>
                    <a:pt x="5628048" y="3540303"/>
                  </a:lnTo>
                  <a:lnTo>
                    <a:pt x="5628048" y="3865817"/>
                  </a:lnTo>
                  <a:lnTo>
                    <a:pt x="6130770" y="3865817"/>
                  </a:lnTo>
                  <a:lnTo>
                    <a:pt x="6130770" y="3973787"/>
                  </a:lnTo>
                  <a:lnTo>
                    <a:pt x="5628048" y="3973787"/>
                  </a:lnTo>
                  <a:lnTo>
                    <a:pt x="5628048" y="4337582"/>
                  </a:lnTo>
                  <a:lnTo>
                    <a:pt x="6192117" y="4337582"/>
                  </a:lnTo>
                  <a:lnTo>
                    <a:pt x="6192117" y="4446928"/>
                  </a:lnTo>
                  <a:lnTo>
                    <a:pt x="5488352" y="4446928"/>
                  </a:lnTo>
                  <a:close/>
                  <a:moveTo>
                    <a:pt x="4485666" y="3430958"/>
                  </a:moveTo>
                  <a:lnTo>
                    <a:pt x="4643743" y="3430958"/>
                  </a:lnTo>
                  <a:lnTo>
                    <a:pt x="5177943" y="4266519"/>
                  </a:lnTo>
                  <a:lnTo>
                    <a:pt x="5177943" y="3430958"/>
                  </a:lnTo>
                  <a:lnTo>
                    <a:pt x="5291905" y="3430958"/>
                  </a:lnTo>
                  <a:lnTo>
                    <a:pt x="5291905" y="4447157"/>
                  </a:lnTo>
                  <a:lnTo>
                    <a:pt x="5130841" y="4447157"/>
                  </a:lnTo>
                  <a:lnTo>
                    <a:pt x="4599629" y="3617097"/>
                  </a:lnTo>
                  <a:lnTo>
                    <a:pt x="4599629" y="4447157"/>
                  </a:lnTo>
                  <a:lnTo>
                    <a:pt x="4485666" y="4447157"/>
                  </a:lnTo>
                  <a:close/>
                  <a:moveTo>
                    <a:pt x="1931389" y="3430958"/>
                  </a:moveTo>
                  <a:lnTo>
                    <a:pt x="2069477" y="3430958"/>
                  </a:lnTo>
                  <a:lnTo>
                    <a:pt x="2069477" y="4447157"/>
                  </a:lnTo>
                  <a:lnTo>
                    <a:pt x="1931389" y="4447157"/>
                  </a:lnTo>
                  <a:close/>
                  <a:moveTo>
                    <a:pt x="938353" y="3430958"/>
                  </a:moveTo>
                  <a:lnTo>
                    <a:pt x="1078049" y="3430958"/>
                  </a:lnTo>
                  <a:lnTo>
                    <a:pt x="1078049" y="3845873"/>
                  </a:lnTo>
                  <a:lnTo>
                    <a:pt x="1596625" y="3845873"/>
                  </a:lnTo>
                  <a:lnTo>
                    <a:pt x="1596625" y="3430958"/>
                  </a:lnTo>
                  <a:lnTo>
                    <a:pt x="1734712" y="3430958"/>
                  </a:lnTo>
                  <a:lnTo>
                    <a:pt x="1734712" y="4447157"/>
                  </a:lnTo>
                  <a:lnTo>
                    <a:pt x="1596625" y="4447157"/>
                  </a:lnTo>
                  <a:lnTo>
                    <a:pt x="1596625" y="3955447"/>
                  </a:lnTo>
                  <a:lnTo>
                    <a:pt x="1078049" y="3955447"/>
                  </a:lnTo>
                  <a:lnTo>
                    <a:pt x="1078049" y="4447157"/>
                  </a:lnTo>
                  <a:lnTo>
                    <a:pt x="938353" y="4447157"/>
                  </a:lnTo>
                  <a:close/>
                  <a:moveTo>
                    <a:pt x="0" y="3430958"/>
                  </a:moveTo>
                  <a:lnTo>
                    <a:pt x="827607" y="3430958"/>
                  </a:lnTo>
                  <a:lnTo>
                    <a:pt x="827607" y="3540303"/>
                  </a:lnTo>
                  <a:lnTo>
                    <a:pt x="484341" y="3540303"/>
                  </a:lnTo>
                  <a:lnTo>
                    <a:pt x="484341" y="4446927"/>
                  </a:lnTo>
                  <a:lnTo>
                    <a:pt x="344645" y="4446927"/>
                  </a:lnTo>
                  <a:lnTo>
                    <a:pt x="344645" y="3540303"/>
                  </a:lnTo>
                  <a:lnTo>
                    <a:pt x="0" y="3540303"/>
                  </a:lnTo>
                  <a:close/>
                  <a:moveTo>
                    <a:pt x="3860250" y="3411015"/>
                  </a:moveTo>
                  <a:cubicBezTo>
                    <a:pt x="4162159" y="3411015"/>
                    <a:pt x="4338847" y="3648273"/>
                    <a:pt x="4338847" y="3938255"/>
                  </a:cubicBezTo>
                  <a:cubicBezTo>
                    <a:pt x="4338847" y="4228238"/>
                    <a:pt x="4163537" y="4466871"/>
                    <a:pt x="3864386" y="4466871"/>
                  </a:cubicBezTo>
                  <a:cubicBezTo>
                    <a:pt x="3565235" y="4466871"/>
                    <a:pt x="3374302" y="4232364"/>
                    <a:pt x="3374302" y="3939631"/>
                  </a:cubicBezTo>
                  <a:lnTo>
                    <a:pt x="3374532" y="3939631"/>
                  </a:lnTo>
                  <a:cubicBezTo>
                    <a:pt x="3374532" y="3648273"/>
                    <a:pt x="3558342" y="3411015"/>
                    <a:pt x="3860250" y="3411015"/>
                  </a:cubicBezTo>
                  <a:close/>
                  <a:moveTo>
                    <a:pt x="2561170" y="3411015"/>
                  </a:moveTo>
                  <a:cubicBezTo>
                    <a:pt x="2724991" y="3411015"/>
                    <a:pt x="2880311" y="3479327"/>
                    <a:pt x="2971297" y="3637041"/>
                  </a:cubicBezTo>
                  <a:lnTo>
                    <a:pt x="2857334" y="3729422"/>
                  </a:lnTo>
                  <a:cubicBezTo>
                    <a:pt x="2811841" y="3598759"/>
                    <a:pt x="2700636" y="3519214"/>
                    <a:pt x="2560940" y="3519214"/>
                  </a:cubicBezTo>
                  <a:cubicBezTo>
                    <a:pt x="2462601" y="3519214"/>
                    <a:pt x="2387239" y="3573313"/>
                    <a:pt x="2387239" y="3659964"/>
                  </a:cubicBezTo>
                  <a:cubicBezTo>
                    <a:pt x="2387239" y="3900203"/>
                    <a:pt x="2986921" y="3820429"/>
                    <a:pt x="2986921" y="4174368"/>
                  </a:cubicBezTo>
                  <a:cubicBezTo>
                    <a:pt x="2986921" y="4368988"/>
                    <a:pt x="2817356" y="4467101"/>
                    <a:pt x="2633545" y="4467101"/>
                  </a:cubicBezTo>
                  <a:cubicBezTo>
                    <a:pt x="2439855" y="4467101"/>
                    <a:pt x="2288900" y="4377470"/>
                    <a:pt x="2189183" y="4206919"/>
                  </a:cubicBezTo>
                  <a:lnTo>
                    <a:pt x="2305903" y="4111786"/>
                  </a:lnTo>
                  <a:cubicBezTo>
                    <a:pt x="2368628" y="4289444"/>
                    <a:pt x="2509703" y="4359131"/>
                    <a:pt x="2637911" y="4359131"/>
                  </a:cubicBezTo>
                  <a:cubicBezTo>
                    <a:pt x="2747508" y="4359131"/>
                    <a:pt x="2841710" y="4297925"/>
                    <a:pt x="2841710" y="4189956"/>
                  </a:cubicBezTo>
                  <a:cubicBezTo>
                    <a:pt x="2841710" y="3941236"/>
                    <a:pt x="2242028" y="4020780"/>
                    <a:pt x="2242028" y="3671197"/>
                  </a:cubicBezTo>
                  <a:cubicBezTo>
                    <a:pt x="2242028" y="3513483"/>
                    <a:pt x="2383103" y="3411015"/>
                    <a:pt x="2561170" y="3411015"/>
                  </a:cubicBezTo>
                  <a:close/>
                  <a:moveTo>
                    <a:pt x="7471438" y="2556885"/>
                  </a:moveTo>
                  <a:cubicBezTo>
                    <a:pt x="7471438" y="2618091"/>
                    <a:pt x="7472817" y="2679068"/>
                    <a:pt x="7478561" y="2741649"/>
                  </a:cubicBezTo>
                  <a:lnTo>
                    <a:pt x="7471438" y="2741649"/>
                  </a:lnTo>
                  <a:close/>
                  <a:moveTo>
                    <a:pt x="5217921" y="2501181"/>
                  </a:moveTo>
                  <a:lnTo>
                    <a:pt x="5218020" y="2501331"/>
                  </a:lnTo>
                  <a:lnTo>
                    <a:pt x="5217921" y="2501411"/>
                  </a:lnTo>
                  <a:close/>
                  <a:moveTo>
                    <a:pt x="6762160" y="1888895"/>
                  </a:moveTo>
                  <a:lnTo>
                    <a:pt x="6592594" y="2336591"/>
                  </a:lnTo>
                  <a:lnTo>
                    <a:pt x="6928738" y="2336591"/>
                  </a:lnTo>
                  <a:close/>
                  <a:moveTo>
                    <a:pt x="1200745" y="1888895"/>
                  </a:moveTo>
                  <a:lnTo>
                    <a:pt x="1031179" y="2336591"/>
                  </a:lnTo>
                  <a:lnTo>
                    <a:pt x="1367323" y="2336591"/>
                  </a:lnTo>
                  <a:close/>
                  <a:moveTo>
                    <a:pt x="9964139" y="1834795"/>
                  </a:moveTo>
                  <a:lnTo>
                    <a:pt x="9964139" y="2188734"/>
                  </a:lnTo>
                  <a:lnTo>
                    <a:pt x="10224920" y="2188734"/>
                  </a:lnTo>
                  <a:cubicBezTo>
                    <a:pt x="10353128" y="2188734"/>
                    <a:pt x="10435613" y="2096352"/>
                    <a:pt x="10435613" y="1998240"/>
                  </a:cubicBezTo>
                  <a:cubicBezTo>
                    <a:pt x="10435613" y="1900127"/>
                    <a:pt x="10352898" y="1834795"/>
                    <a:pt x="10223312" y="1834795"/>
                  </a:cubicBezTo>
                  <a:close/>
                  <a:moveTo>
                    <a:pt x="2847457" y="1813477"/>
                  </a:moveTo>
                  <a:cubicBezTo>
                    <a:pt x="2640900" y="1813477"/>
                    <a:pt x="2511314" y="2005346"/>
                    <a:pt x="2511314" y="2234123"/>
                  </a:cubicBezTo>
                  <a:cubicBezTo>
                    <a:pt x="2511314" y="2434302"/>
                    <a:pt x="2612815" y="2605172"/>
                    <a:pt x="2777491" y="2644762"/>
                  </a:cubicBezTo>
                  <a:lnTo>
                    <a:pt x="2851706" y="2653381"/>
                  </a:lnTo>
                  <a:lnTo>
                    <a:pt x="2851593" y="2653394"/>
                  </a:lnTo>
                  <a:lnTo>
                    <a:pt x="2851823" y="2653394"/>
                  </a:lnTo>
                  <a:lnTo>
                    <a:pt x="2851706" y="2653381"/>
                  </a:lnTo>
                  <a:lnTo>
                    <a:pt x="2924521" y="2644646"/>
                  </a:lnTo>
                  <a:cubicBezTo>
                    <a:pt x="3085150" y="2604549"/>
                    <a:pt x="3177857" y="2431723"/>
                    <a:pt x="3177857" y="2232747"/>
                  </a:cubicBezTo>
                  <a:cubicBezTo>
                    <a:pt x="3177857" y="2005346"/>
                    <a:pt x="3054014" y="1813477"/>
                    <a:pt x="2847457" y="1813477"/>
                  </a:cubicBezTo>
                  <a:close/>
                  <a:moveTo>
                    <a:pt x="9824443" y="1725450"/>
                  </a:moveTo>
                  <a:lnTo>
                    <a:pt x="9824673" y="1725450"/>
                  </a:lnTo>
                  <a:lnTo>
                    <a:pt x="10250653" y="1725450"/>
                  </a:lnTo>
                  <a:cubicBezTo>
                    <a:pt x="10427341" y="1725450"/>
                    <a:pt x="10585419" y="1815081"/>
                    <a:pt x="10585419" y="1981276"/>
                  </a:cubicBezTo>
                  <a:cubicBezTo>
                    <a:pt x="10585419" y="2134864"/>
                    <a:pt x="10451467" y="2217159"/>
                    <a:pt x="10321880" y="2245584"/>
                  </a:cubicBezTo>
                  <a:cubicBezTo>
                    <a:pt x="10457211" y="2262548"/>
                    <a:pt x="10552563" y="2325129"/>
                    <a:pt x="10559685" y="2471610"/>
                  </a:cubicBezTo>
                  <a:cubicBezTo>
                    <a:pt x="10564051" y="2579580"/>
                    <a:pt x="10556928" y="2708868"/>
                    <a:pt x="10595298" y="2741649"/>
                  </a:cubicBezTo>
                  <a:lnTo>
                    <a:pt x="10445723" y="2741649"/>
                  </a:lnTo>
                  <a:cubicBezTo>
                    <a:pt x="10414475" y="2711848"/>
                    <a:pt x="10419990" y="2575453"/>
                    <a:pt x="10412866" y="2481467"/>
                  </a:cubicBezTo>
                  <a:cubicBezTo>
                    <a:pt x="10402987" y="2347823"/>
                    <a:pt x="10328774" y="2296704"/>
                    <a:pt x="10186320" y="2296704"/>
                  </a:cubicBezTo>
                  <a:lnTo>
                    <a:pt x="9964139" y="2296704"/>
                  </a:lnTo>
                  <a:lnTo>
                    <a:pt x="9964139" y="2741649"/>
                  </a:lnTo>
                  <a:lnTo>
                    <a:pt x="9824443" y="2741649"/>
                  </a:lnTo>
                  <a:close/>
                  <a:moveTo>
                    <a:pt x="8975698" y="1725450"/>
                  </a:moveTo>
                  <a:lnTo>
                    <a:pt x="9679463" y="1725450"/>
                  </a:lnTo>
                  <a:lnTo>
                    <a:pt x="9679463" y="1834795"/>
                  </a:lnTo>
                  <a:lnTo>
                    <a:pt x="9115394" y="1834795"/>
                  </a:lnTo>
                  <a:lnTo>
                    <a:pt x="9115394" y="2160309"/>
                  </a:lnTo>
                  <a:lnTo>
                    <a:pt x="9618116" y="2160309"/>
                  </a:lnTo>
                  <a:lnTo>
                    <a:pt x="9618116" y="2268279"/>
                  </a:lnTo>
                  <a:lnTo>
                    <a:pt x="9115394" y="2268279"/>
                  </a:lnTo>
                  <a:lnTo>
                    <a:pt x="9115394" y="2632074"/>
                  </a:lnTo>
                  <a:lnTo>
                    <a:pt x="9679463" y="2632074"/>
                  </a:lnTo>
                  <a:lnTo>
                    <a:pt x="9679463" y="2741420"/>
                  </a:lnTo>
                  <a:lnTo>
                    <a:pt x="8975698" y="2741420"/>
                  </a:lnTo>
                  <a:close/>
                  <a:moveTo>
                    <a:pt x="8037115" y="1725450"/>
                  </a:moveTo>
                  <a:lnTo>
                    <a:pt x="8864723" y="1725450"/>
                  </a:lnTo>
                  <a:lnTo>
                    <a:pt x="8864723" y="1834795"/>
                  </a:lnTo>
                  <a:lnTo>
                    <a:pt x="8521456" y="1834795"/>
                  </a:lnTo>
                  <a:lnTo>
                    <a:pt x="8521456" y="2741420"/>
                  </a:lnTo>
                  <a:lnTo>
                    <a:pt x="8381760" y="2741420"/>
                  </a:lnTo>
                  <a:lnTo>
                    <a:pt x="8381760" y="1834795"/>
                  </a:lnTo>
                  <a:lnTo>
                    <a:pt x="8037115" y="1834795"/>
                  </a:lnTo>
                  <a:close/>
                  <a:moveTo>
                    <a:pt x="7330134" y="1725450"/>
                  </a:moveTo>
                  <a:lnTo>
                    <a:pt x="7330364" y="1725450"/>
                  </a:lnTo>
                  <a:lnTo>
                    <a:pt x="8009773" y="1725450"/>
                  </a:lnTo>
                  <a:lnTo>
                    <a:pt x="8009773" y="1834795"/>
                  </a:lnTo>
                  <a:lnTo>
                    <a:pt x="7469830" y="1834795"/>
                  </a:lnTo>
                  <a:lnTo>
                    <a:pt x="7469830" y="2158933"/>
                  </a:lnTo>
                  <a:lnTo>
                    <a:pt x="7934182" y="2158933"/>
                  </a:lnTo>
                  <a:lnTo>
                    <a:pt x="7934182" y="2268279"/>
                  </a:lnTo>
                  <a:lnTo>
                    <a:pt x="7469830" y="2268279"/>
                  </a:lnTo>
                  <a:lnTo>
                    <a:pt x="7469830" y="2741649"/>
                  </a:lnTo>
                  <a:lnTo>
                    <a:pt x="7330134" y="2741649"/>
                  </a:lnTo>
                  <a:close/>
                  <a:moveTo>
                    <a:pt x="6699434" y="1725450"/>
                  </a:moveTo>
                  <a:lnTo>
                    <a:pt x="6843266" y="1725450"/>
                  </a:lnTo>
                  <a:lnTo>
                    <a:pt x="7229268" y="2741649"/>
                  </a:lnTo>
                  <a:lnTo>
                    <a:pt x="7081071" y="2741649"/>
                  </a:lnTo>
                  <a:lnTo>
                    <a:pt x="6968487" y="2441809"/>
                  </a:lnTo>
                  <a:lnTo>
                    <a:pt x="6552616" y="2441809"/>
                  </a:lnTo>
                  <a:lnTo>
                    <a:pt x="6500000" y="2582560"/>
                  </a:lnTo>
                  <a:cubicBezTo>
                    <a:pt x="6481389" y="2636659"/>
                    <a:pt x="6465765" y="2682048"/>
                    <a:pt x="6457264" y="2741649"/>
                  </a:cubicBezTo>
                  <a:lnTo>
                    <a:pt x="6313432" y="2741649"/>
                  </a:lnTo>
                  <a:close/>
                  <a:moveTo>
                    <a:pt x="4380204" y="1725450"/>
                  </a:moveTo>
                  <a:lnTo>
                    <a:pt x="5207811" y="1725450"/>
                  </a:lnTo>
                  <a:lnTo>
                    <a:pt x="5207811" y="1834795"/>
                  </a:lnTo>
                  <a:lnTo>
                    <a:pt x="4864545" y="1834795"/>
                  </a:lnTo>
                  <a:lnTo>
                    <a:pt x="4864545" y="2741420"/>
                  </a:lnTo>
                  <a:lnTo>
                    <a:pt x="4724849" y="2741420"/>
                  </a:lnTo>
                  <a:lnTo>
                    <a:pt x="4724849" y="1834795"/>
                  </a:lnTo>
                  <a:lnTo>
                    <a:pt x="4380204" y="1834795"/>
                  </a:lnTo>
                  <a:close/>
                  <a:moveTo>
                    <a:pt x="3464371" y="1725450"/>
                  </a:moveTo>
                  <a:lnTo>
                    <a:pt x="3604067" y="1725450"/>
                  </a:lnTo>
                  <a:lnTo>
                    <a:pt x="3604067" y="2400547"/>
                  </a:lnTo>
                  <a:cubicBezTo>
                    <a:pt x="3604067" y="2562616"/>
                    <a:pt x="3715271" y="2654998"/>
                    <a:pt x="3883226" y="2654998"/>
                  </a:cubicBezTo>
                  <a:cubicBezTo>
                    <a:pt x="4051183" y="2654998"/>
                    <a:pt x="4162389" y="2563992"/>
                    <a:pt x="4162389" y="2401923"/>
                  </a:cubicBezTo>
                  <a:lnTo>
                    <a:pt x="4162389" y="1725450"/>
                  </a:lnTo>
                  <a:lnTo>
                    <a:pt x="4276351" y="1725450"/>
                  </a:lnTo>
                  <a:lnTo>
                    <a:pt x="4276351" y="2401923"/>
                  </a:lnTo>
                  <a:cubicBezTo>
                    <a:pt x="4276351" y="2627948"/>
                    <a:pt x="4115287" y="2761592"/>
                    <a:pt x="3873347" y="2761592"/>
                  </a:cubicBezTo>
                  <a:cubicBezTo>
                    <a:pt x="3631408" y="2761592"/>
                    <a:pt x="3464600" y="2619466"/>
                    <a:pt x="3464600" y="2399172"/>
                  </a:cubicBezTo>
                  <a:lnTo>
                    <a:pt x="3464371" y="2399172"/>
                  </a:lnTo>
                  <a:close/>
                  <a:moveTo>
                    <a:pt x="1546538" y="1725450"/>
                  </a:moveTo>
                  <a:lnTo>
                    <a:pt x="1546767" y="1725450"/>
                  </a:lnTo>
                  <a:lnTo>
                    <a:pt x="1702087" y="1725450"/>
                  </a:lnTo>
                  <a:lnTo>
                    <a:pt x="1900143" y="2066552"/>
                  </a:lnTo>
                  <a:cubicBezTo>
                    <a:pt x="1945637" y="2144721"/>
                    <a:pt x="1974126" y="2215784"/>
                    <a:pt x="1974126" y="2215784"/>
                  </a:cubicBezTo>
                  <a:cubicBezTo>
                    <a:pt x="1974126" y="2215784"/>
                    <a:pt x="2012497" y="2146096"/>
                    <a:pt x="2058220" y="2066552"/>
                  </a:cubicBezTo>
                  <a:lnTo>
                    <a:pt x="2173562" y="1868951"/>
                  </a:lnTo>
                  <a:cubicBezTo>
                    <a:pt x="2203431" y="1814852"/>
                    <a:pt x="2217675" y="1782300"/>
                    <a:pt x="2233299" y="1725450"/>
                  </a:cubicBezTo>
                  <a:lnTo>
                    <a:pt x="2377131" y="1725450"/>
                  </a:lnTo>
                  <a:lnTo>
                    <a:pt x="2035243" y="2322378"/>
                  </a:lnTo>
                  <a:lnTo>
                    <a:pt x="2035243" y="2741649"/>
                  </a:lnTo>
                  <a:lnTo>
                    <a:pt x="1895548" y="2741649"/>
                  </a:lnTo>
                  <a:lnTo>
                    <a:pt x="1895548" y="2322378"/>
                  </a:lnTo>
                  <a:close/>
                  <a:moveTo>
                    <a:pt x="1138019" y="1725450"/>
                  </a:moveTo>
                  <a:lnTo>
                    <a:pt x="1281851" y="1725450"/>
                  </a:lnTo>
                  <a:lnTo>
                    <a:pt x="1667853" y="2741649"/>
                  </a:lnTo>
                  <a:lnTo>
                    <a:pt x="1519656" y="2741649"/>
                  </a:lnTo>
                  <a:lnTo>
                    <a:pt x="1407071" y="2441809"/>
                  </a:lnTo>
                  <a:lnTo>
                    <a:pt x="991201" y="2441809"/>
                  </a:lnTo>
                  <a:lnTo>
                    <a:pt x="938585" y="2582560"/>
                  </a:lnTo>
                  <a:cubicBezTo>
                    <a:pt x="919974" y="2636659"/>
                    <a:pt x="904349" y="2682048"/>
                    <a:pt x="895849" y="2741649"/>
                  </a:cubicBezTo>
                  <a:lnTo>
                    <a:pt x="752017" y="2741649"/>
                  </a:lnTo>
                  <a:close/>
                  <a:moveTo>
                    <a:pt x="86852" y="1725450"/>
                  </a:moveTo>
                  <a:lnTo>
                    <a:pt x="233441" y="1725450"/>
                  </a:lnTo>
                  <a:cubicBezTo>
                    <a:pt x="227697" y="1789407"/>
                    <a:pt x="226318" y="1844882"/>
                    <a:pt x="226318" y="1910214"/>
                  </a:cubicBezTo>
                  <a:lnTo>
                    <a:pt x="226318" y="2632074"/>
                  </a:lnTo>
                  <a:lnTo>
                    <a:pt x="732027" y="2632074"/>
                  </a:lnTo>
                  <a:lnTo>
                    <a:pt x="732027" y="2741420"/>
                  </a:lnTo>
                  <a:lnTo>
                    <a:pt x="86852" y="2741420"/>
                  </a:lnTo>
                  <a:close/>
                  <a:moveTo>
                    <a:pt x="86852" y="1725221"/>
                  </a:moveTo>
                  <a:lnTo>
                    <a:pt x="86852" y="1725450"/>
                  </a:lnTo>
                  <a:lnTo>
                    <a:pt x="86622" y="1725450"/>
                  </a:lnTo>
                  <a:close/>
                  <a:moveTo>
                    <a:pt x="5589908" y="1705507"/>
                  </a:moveTo>
                  <a:cubicBezTo>
                    <a:pt x="5753729" y="1705507"/>
                    <a:pt x="5909049" y="1773819"/>
                    <a:pt x="6000035" y="1931533"/>
                  </a:cubicBezTo>
                  <a:lnTo>
                    <a:pt x="5886072" y="2023914"/>
                  </a:lnTo>
                  <a:cubicBezTo>
                    <a:pt x="5840579" y="1893251"/>
                    <a:pt x="5729374" y="1813477"/>
                    <a:pt x="5589678" y="1813477"/>
                  </a:cubicBezTo>
                  <a:cubicBezTo>
                    <a:pt x="5491339" y="1813477"/>
                    <a:pt x="5415977" y="1867576"/>
                    <a:pt x="5415977" y="1954227"/>
                  </a:cubicBezTo>
                  <a:cubicBezTo>
                    <a:pt x="5415977" y="2194465"/>
                    <a:pt x="6015659" y="2114921"/>
                    <a:pt x="6015659" y="2468630"/>
                  </a:cubicBezTo>
                  <a:cubicBezTo>
                    <a:pt x="6015659" y="2663251"/>
                    <a:pt x="5846094" y="2761363"/>
                    <a:pt x="5662283" y="2761363"/>
                  </a:cubicBezTo>
                  <a:cubicBezTo>
                    <a:pt x="5492804" y="2761363"/>
                    <a:pt x="5356045" y="2692739"/>
                    <a:pt x="5257700" y="2561328"/>
                  </a:cubicBezTo>
                  <a:lnTo>
                    <a:pt x="5218020" y="2501331"/>
                  </a:lnTo>
                  <a:lnTo>
                    <a:pt x="5334641" y="2406278"/>
                  </a:lnTo>
                  <a:cubicBezTo>
                    <a:pt x="5397366" y="2583935"/>
                    <a:pt x="5538441" y="2653623"/>
                    <a:pt x="5666649" y="2653623"/>
                  </a:cubicBezTo>
                  <a:cubicBezTo>
                    <a:pt x="5776246" y="2653623"/>
                    <a:pt x="5870449" y="2592417"/>
                    <a:pt x="5870449" y="2484447"/>
                  </a:cubicBezTo>
                  <a:cubicBezTo>
                    <a:pt x="5870449" y="2235728"/>
                    <a:pt x="5270767" y="2315272"/>
                    <a:pt x="5270767" y="1965689"/>
                  </a:cubicBezTo>
                  <a:cubicBezTo>
                    <a:pt x="5270767" y="1807975"/>
                    <a:pt x="5411842" y="1705507"/>
                    <a:pt x="5589908" y="1705507"/>
                  </a:cubicBezTo>
                  <a:close/>
                  <a:moveTo>
                    <a:pt x="2847457" y="1705507"/>
                  </a:moveTo>
                  <a:cubicBezTo>
                    <a:pt x="3149366" y="1705507"/>
                    <a:pt x="3326054" y="1942765"/>
                    <a:pt x="3326054" y="2232747"/>
                  </a:cubicBezTo>
                  <a:cubicBezTo>
                    <a:pt x="3326054" y="2522730"/>
                    <a:pt x="3150744" y="2761363"/>
                    <a:pt x="2851593" y="2761363"/>
                  </a:cubicBezTo>
                  <a:cubicBezTo>
                    <a:pt x="2552441" y="2761363"/>
                    <a:pt x="2361507" y="2526856"/>
                    <a:pt x="2361507" y="2234123"/>
                  </a:cubicBezTo>
                  <a:lnTo>
                    <a:pt x="2361738" y="2234123"/>
                  </a:lnTo>
                  <a:cubicBezTo>
                    <a:pt x="2361738" y="1942765"/>
                    <a:pt x="2545548" y="1705507"/>
                    <a:pt x="2847457" y="1705507"/>
                  </a:cubicBezTo>
                  <a:close/>
                  <a:moveTo>
                    <a:pt x="6481619" y="795675"/>
                  </a:moveTo>
                  <a:lnTo>
                    <a:pt x="6481637" y="795702"/>
                  </a:lnTo>
                  <a:lnTo>
                    <a:pt x="6481389" y="795903"/>
                  </a:lnTo>
                  <a:close/>
                  <a:moveTo>
                    <a:pt x="224939" y="129288"/>
                  </a:moveTo>
                  <a:lnTo>
                    <a:pt x="224939" y="926567"/>
                  </a:lnTo>
                  <a:lnTo>
                    <a:pt x="445742" y="926567"/>
                  </a:lnTo>
                  <a:cubicBezTo>
                    <a:pt x="659422" y="926567"/>
                    <a:pt x="808998" y="760371"/>
                    <a:pt x="808998" y="525865"/>
                  </a:cubicBezTo>
                  <a:cubicBezTo>
                    <a:pt x="808998" y="291357"/>
                    <a:pt x="659422" y="129288"/>
                    <a:pt x="447120" y="129288"/>
                  </a:cubicBezTo>
                  <a:close/>
                  <a:moveTo>
                    <a:pt x="3901607" y="107970"/>
                  </a:moveTo>
                  <a:cubicBezTo>
                    <a:pt x="3695053" y="107970"/>
                    <a:pt x="3565467" y="299839"/>
                    <a:pt x="3565467" y="528616"/>
                  </a:cubicBezTo>
                  <a:cubicBezTo>
                    <a:pt x="3565467" y="728795"/>
                    <a:pt x="3666969" y="899665"/>
                    <a:pt x="3831642" y="939255"/>
                  </a:cubicBezTo>
                  <a:lnTo>
                    <a:pt x="3905856" y="947873"/>
                  </a:lnTo>
                  <a:lnTo>
                    <a:pt x="3905743" y="947887"/>
                  </a:lnTo>
                  <a:lnTo>
                    <a:pt x="3905973" y="947887"/>
                  </a:lnTo>
                  <a:lnTo>
                    <a:pt x="3905856" y="947873"/>
                  </a:lnTo>
                  <a:lnTo>
                    <a:pt x="3978671" y="939139"/>
                  </a:lnTo>
                  <a:cubicBezTo>
                    <a:pt x="4139301" y="899041"/>
                    <a:pt x="4232007" y="726216"/>
                    <a:pt x="4232007" y="527240"/>
                  </a:cubicBezTo>
                  <a:cubicBezTo>
                    <a:pt x="4232007" y="299839"/>
                    <a:pt x="4108164" y="107970"/>
                    <a:pt x="3901607" y="107970"/>
                  </a:cubicBezTo>
                  <a:close/>
                  <a:moveTo>
                    <a:pt x="1541254" y="107970"/>
                  </a:moveTo>
                  <a:cubicBezTo>
                    <a:pt x="1334696" y="107970"/>
                    <a:pt x="1205109" y="299839"/>
                    <a:pt x="1205109" y="528616"/>
                  </a:cubicBezTo>
                  <a:cubicBezTo>
                    <a:pt x="1205109" y="728795"/>
                    <a:pt x="1306611" y="899665"/>
                    <a:pt x="1471287" y="939255"/>
                  </a:cubicBezTo>
                  <a:lnTo>
                    <a:pt x="1545502" y="947873"/>
                  </a:lnTo>
                  <a:lnTo>
                    <a:pt x="1545389" y="947887"/>
                  </a:lnTo>
                  <a:lnTo>
                    <a:pt x="1545618" y="947887"/>
                  </a:lnTo>
                  <a:lnTo>
                    <a:pt x="1545502" y="947873"/>
                  </a:lnTo>
                  <a:lnTo>
                    <a:pt x="1618317" y="939139"/>
                  </a:lnTo>
                  <a:cubicBezTo>
                    <a:pt x="1778946" y="899041"/>
                    <a:pt x="1871652" y="726216"/>
                    <a:pt x="1871652" y="527240"/>
                  </a:cubicBezTo>
                  <a:cubicBezTo>
                    <a:pt x="1871652" y="299839"/>
                    <a:pt x="1747810" y="107970"/>
                    <a:pt x="1541254" y="107970"/>
                  </a:cubicBezTo>
                  <a:close/>
                  <a:moveTo>
                    <a:pt x="7420201" y="19943"/>
                  </a:moveTo>
                  <a:lnTo>
                    <a:pt x="8123966" y="19943"/>
                  </a:lnTo>
                  <a:lnTo>
                    <a:pt x="8123966" y="129288"/>
                  </a:lnTo>
                  <a:lnTo>
                    <a:pt x="7559897" y="129288"/>
                  </a:lnTo>
                  <a:lnTo>
                    <a:pt x="7559897" y="454802"/>
                  </a:lnTo>
                  <a:lnTo>
                    <a:pt x="8062619" y="454802"/>
                  </a:lnTo>
                  <a:lnTo>
                    <a:pt x="8062619" y="562772"/>
                  </a:lnTo>
                  <a:lnTo>
                    <a:pt x="7559897" y="562772"/>
                  </a:lnTo>
                  <a:lnTo>
                    <a:pt x="7559897" y="926567"/>
                  </a:lnTo>
                  <a:lnTo>
                    <a:pt x="8123966" y="926567"/>
                  </a:lnTo>
                  <a:lnTo>
                    <a:pt x="8123966" y="1035913"/>
                  </a:lnTo>
                  <a:lnTo>
                    <a:pt x="7420201" y="1035913"/>
                  </a:lnTo>
                  <a:close/>
                  <a:moveTo>
                    <a:pt x="5555443" y="19943"/>
                  </a:moveTo>
                  <a:lnTo>
                    <a:pt x="5695139" y="19943"/>
                  </a:lnTo>
                  <a:lnTo>
                    <a:pt x="5695139" y="695040"/>
                  </a:lnTo>
                  <a:cubicBezTo>
                    <a:pt x="5695139" y="857108"/>
                    <a:pt x="5806344" y="949491"/>
                    <a:pt x="5974301" y="949491"/>
                  </a:cubicBezTo>
                  <a:cubicBezTo>
                    <a:pt x="6142258" y="949491"/>
                    <a:pt x="6253463" y="858484"/>
                    <a:pt x="6253463" y="696414"/>
                  </a:cubicBezTo>
                  <a:lnTo>
                    <a:pt x="6253463" y="19943"/>
                  </a:lnTo>
                  <a:lnTo>
                    <a:pt x="6367426" y="19943"/>
                  </a:lnTo>
                  <a:lnTo>
                    <a:pt x="6367426" y="696414"/>
                  </a:lnTo>
                  <a:cubicBezTo>
                    <a:pt x="6367426" y="922441"/>
                    <a:pt x="6206362" y="1056085"/>
                    <a:pt x="5964191" y="1056085"/>
                  </a:cubicBezTo>
                  <a:cubicBezTo>
                    <a:pt x="5722021" y="1056085"/>
                    <a:pt x="5555443" y="913959"/>
                    <a:pt x="5555443" y="693665"/>
                  </a:cubicBezTo>
                  <a:close/>
                  <a:moveTo>
                    <a:pt x="4368946" y="19943"/>
                  </a:moveTo>
                  <a:lnTo>
                    <a:pt x="5196553" y="19943"/>
                  </a:lnTo>
                  <a:lnTo>
                    <a:pt x="5196553" y="129288"/>
                  </a:lnTo>
                  <a:lnTo>
                    <a:pt x="4853287" y="129288"/>
                  </a:lnTo>
                  <a:lnTo>
                    <a:pt x="4853287" y="1035912"/>
                  </a:lnTo>
                  <a:lnTo>
                    <a:pt x="4713591" y="1035912"/>
                  </a:lnTo>
                  <a:lnTo>
                    <a:pt x="4713591" y="129288"/>
                  </a:lnTo>
                  <a:lnTo>
                    <a:pt x="4368946" y="129288"/>
                  </a:lnTo>
                  <a:close/>
                  <a:moveTo>
                    <a:pt x="2462834" y="19943"/>
                  </a:moveTo>
                  <a:lnTo>
                    <a:pt x="2620910" y="19943"/>
                  </a:lnTo>
                  <a:lnTo>
                    <a:pt x="3155109" y="855504"/>
                  </a:lnTo>
                  <a:lnTo>
                    <a:pt x="3155109" y="19943"/>
                  </a:lnTo>
                  <a:lnTo>
                    <a:pt x="3269073" y="19943"/>
                  </a:lnTo>
                  <a:lnTo>
                    <a:pt x="3269073" y="1036142"/>
                  </a:lnTo>
                  <a:lnTo>
                    <a:pt x="3108008" y="1036142"/>
                  </a:lnTo>
                  <a:lnTo>
                    <a:pt x="2576795" y="206082"/>
                  </a:lnTo>
                  <a:lnTo>
                    <a:pt x="2576795" y="1036142"/>
                  </a:lnTo>
                  <a:lnTo>
                    <a:pt x="2462834" y="1036142"/>
                  </a:lnTo>
                  <a:close/>
                  <a:moveTo>
                    <a:pt x="86622" y="19943"/>
                  </a:moveTo>
                  <a:lnTo>
                    <a:pt x="447120" y="19943"/>
                  </a:lnTo>
                  <a:cubicBezTo>
                    <a:pt x="747652" y="19943"/>
                    <a:pt x="958573" y="227401"/>
                    <a:pt x="958573" y="525865"/>
                  </a:cubicBezTo>
                  <a:cubicBezTo>
                    <a:pt x="958573" y="824329"/>
                    <a:pt x="744894" y="1036142"/>
                    <a:pt x="439998" y="1036142"/>
                  </a:cubicBezTo>
                  <a:lnTo>
                    <a:pt x="86622" y="1036142"/>
                  </a:lnTo>
                  <a:close/>
                  <a:moveTo>
                    <a:pt x="6853376" y="0"/>
                  </a:moveTo>
                  <a:cubicBezTo>
                    <a:pt x="7017197" y="0"/>
                    <a:pt x="7172516" y="68312"/>
                    <a:pt x="7263503" y="226026"/>
                  </a:cubicBezTo>
                  <a:lnTo>
                    <a:pt x="7149540" y="318407"/>
                  </a:lnTo>
                  <a:cubicBezTo>
                    <a:pt x="7104047" y="187743"/>
                    <a:pt x="6992842" y="107970"/>
                    <a:pt x="6853376" y="107970"/>
                  </a:cubicBezTo>
                  <a:cubicBezTo>
                    <a:pt x="6755037" y="107970"/>
                    <a:pt x="6679675" y="162069"/>
                    <a:pt x="6679675" y="248720"/>
                  </a:cubicBezTo>
                  <a:cubicBezTo>
                    <a:pt x="6679675" y="488957"/>
                    <a:pt x="7279357" y="409414"/>
                    <a:pt x="7279357" y="763123"/>
                  </a:cubicBezTo>
                  <a:cubicBezTo>
                    <a:pt x="7279357" y="957744"/>
                    <a:pt x="7109792" y="1055856"/>
                    <a:pt x="6925981" y="1055856"/>
                  </a:cubicBezTo>
                  <a:cubicBezTo>
                    <a:pt x="6756502" y="1055856"/>
                    <a:pt x="6619743" y="987232"/>
                    <a:pt x="6521398" y="855821"/>
                  </a:cubicBezTo>
                  <a:lnTo>
                    <a:pt x="6481637" y="795702"/>
                  </a:lnTo>
                  <a:lnTo>
                    <a:pt x="6598108" y="700771"/>
                  </a:lnTo>
                  <a:cubicBezTo>
                    <a:pt x="6660834" y="878428"/>
                    <a:pt x="6801909" y="948116"/>
                    <a:pt x="6930117" y="948116"/>
                  </a:cubicBezTo>
                  <a:cubicBezTo>
                    <a:pt x="7039713" y="948116"/>
                    <a:pt x="7133916" y="886910"/>
                    <a:pt x="7133916" y="778941"/>
                  </a:cubicBezTo>
                  <a:cubicBezTo>
                    <a:pt x="7133916" y="530221"/>
                    <a:pt x="6534234" y="609765"/>
                    <a:pt x="6534234" y="260182"/>
                  </a:cubicBezTo>
                  <a:cubicBezTo>
                    <a:pt x="6534234" y="102468"/>
                    <a:pt x="6675309" y="0"/>
                    <a:pt x="6853376" y="0"/>
                  </a:cubicBezTo>
                  <a:close/>
                  <a:moveTo>
                    <a:pt x="3901607" y="0"/>
                  </a:moveTo>
                  <a:cubicBezTo>
                    <a:pt x="4203516" y="0"/>
                    <a:pt x="4380204" y="237258"/>
                    <a:pt x="4380204" y="527240"/>
                  </a:cubicBezTo>
                  <a:cubicBezTo>
                    <a:pt x="4380204" y="817223"/>
                    <a:pt x="4204894" y="1055856"/>
                    <a:pt x="3905743" y="1055856"/>
                  </a:cubicBezTo>
                  <a:cubicBezTo>
                    <a:pt x="3606595" y="1055856"/>
                    <a:pt x="3415662" y="821349"/>
                    <a:pt x="3415662" y="528616"/>
                  </a:cubicBezTo>
                  <a:lnTo>
                    <a:pt x="3415891" y="528616"/>
                  </a:lnTo>
                  <a:cubicBezTo>
                    <a:pt x="3415891" y="237258"/>
                    <a:pt x="3599702" y="0"/>
                    <a:pt x="3901607" y="0"/>
                  </a:cubicBezTo>
                  <a:close/>
                  <a:moveTo>
                    <a:pt x="1541024" y="0"/>
                  </a:moveTo>
                  <a:cubicBezTo>
                    <a:pt x="1842932" y="0"/>
                    <a:pt x="2019620" y="237258"/>
                    <a:pt x="2019620" y="527240"/>
                  </a:cubicBezTo>
                  <a:cubicBezTo>
                    <a:pt x="2019620" y="817223"/>
                    <a:pt x="1844311" y="1055856"/>
                    <a:pt x="1545160" y="1055856"/>
                  </a:cubicBezTo>
                  <a:cubicBezTo>
                    <a:pt x="1246007" y="1055856"/>
                    <a:pt x="1055074" y="821349"/>
                    <a:pt x="1055074" y="528616"/>
                  </a:cubicBezTo>
                  <a:lnTo>
                    <a:pt x="1055304" y="528616"/>
                  </a:lnTo>
                  <a:cubicBezTo>
                    <a:pt x="1055304" y="237258"/>
                    <a:pt x="1239114" y="0"/>
                    <a:pt x="1541024" y="0"/>
                  </a:cubicBezTo>
                  <a:close/>
                </a:path>
              </a:pathLst>
            </a:custGeom>
            <a:solidFill>
              <a:srgbClr val="FFFFFF"/>
            </a:solidFill>
            <a:ln w="22971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173140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B09E536-F729-EDD3-F506-0E07F27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1109075"/>
            <a:ext cx="5291499" cy="1169551"/>
          </a:xfrm>
          <a:prstGeom prst="rect">
            <a:avLst/>
          </a:prstGeom>
        </p:spPr>
        <p:txBody>
          <a:bodyPr vert="horz" lIns="0" tIns="0" rIns="360000" bIns="0" rtlCol="0" anchor="t" anchorCtr="0">
            <a:spAutoFit/>
          </a:bodyPr>
          <a:lstStyle/>
          <a:p>
            <a:r>
              <a:rPr lang="en-GB" noProof="1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F2E7808-8D59-E5CD-E34D-34929FC50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8988" y="1358900"/>
            <a:ext cx="5291137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1"/>
              <a:t>Klikk for å redigere tekststiler i malen</a:t>
            </a:r>
          </a:p>
          <a:p>
            <a:pPr lvl="1"/>
            <a:r>
              <a:rPr lang="en-GB" noProof="1"/>
              <a:t>Andre nivå</a:t>
            </a:r>
          </a:p>
          <a:p>
            <a:pPr lvl="2"/>
            <a:r>
              <a:rPr lang="en-GB" noProof="1"/>
              <a:t>Tredje nivå</a:t>
            </a:r>
          </a:p>
          <a:p>
            <a:pPr lvl="3"/>
            <a:r>
              <a:rPr lang="en-GB" noProof="1"/>
              <a:t>Fjerde nivå</a:t>
            </a:r>
          </a:p>
          <a:p>
            <a:pPr lvl="4"/>
            <a:r>
              <a:rPr lang="en-GB" noProof="1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2CC12B2-A88B-DF7B-354B-1B1EE7681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34593" y="6152692"/>
            <a:ext cx="1619250" cy="19160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nb-NO" noProof="1"/>
              <a:t>12/11/2025</a:t>
            </a:r>
            <a:endParaRPr lang="en-GB" noProof="1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38F2479-4BE0-BC2D-A1DD-BC14C64F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1" y="6152692"/>
            <a:ext cx="5291499" cy="19160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1"/>
              <a:t>Knowit Footer left margin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0A14A80-738A-E516-8E29-919F084A5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05725" y="6171743"/>
            <a:ext cx="1611380" cy="18466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F236E94-CC9C-0247-80B3-0FFE97F543C2}" type="slidenum">
              <a:rPr lang="en-GB" noProof="1" smtClean="0"/>
              <a:pPr/>
              <a:t>‹#›</a:t>
            </a:fld>
            <a:endParaRPr lang="en-GB" noProof="1"/>
          </a:p>
        </p:txBody>
      </p:sp>
      <p:grpSp>
        <p:nvGrpSpPr>
          <p:cNvPr id="75" name="Colours">
            <a:extLst>
              <a:ext uri="{FF2B5EF4-FFF2-40B4-BE49-F238E27FC236}">
                <a16:creationId xmlns:a16="http://schemas.microsoft.com/office/drawing/2014/main" id="{324B9619-EC62-D879-8611-BE1D88711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981321" y="-555695"/>
            <a:ext cx="3539167" cy="411296"/>
            <a:chOff x="7454736" y="-522047"/>
            <a:chExt cx="3539167" cy="411296"/>
          </a:xfrm>
        </p:grpSpPr>
        <p:sp>
          <p:nvSpPr>
            <p:cNvPr id="36" name="Avrundet rektangel 35">
              <a:extLst>
                <a:ext uri="{FF2B5EF4-FFF2-40B4-BE49-F238E27FC236}">
                  <a16:creationId xmlns:a16="http://schemas.microsoft.com/office/drawing/2014/main" id="{A61B2935-4826-D64B-362D-A0F66BBA75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54736" y="-522047"/>
              <a:ext cx="1514771" cy="411296"/>
            </a:xfrm>
            <a:prstGeom prst="roundRect">
              <a:avLst>
                <a:gd name="adj" fmla="val 50000"/>
              </a:avLst>
            </a:prstGeom>
            <a:solidFill>
              <a:srgbClr val="FEFB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5" name="Avrundet rektangel 34">
              <a:extLst>
                <a:ext uri="{FF2B5EF4-FFF2-40B4-BE49-F238E27FC236}">
                  <a16:creationId xmlns:a16="http://schemas.microsoft.com/office/drawing/2014/main" id="{588D4CDD-E233-4D2A-0E76-58B4449FDA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5" y="-522047"/>
              <a:ext cx="2570638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9244A23-0209-C3DE-488A-DA21FCC851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33496" y="-458902"/>
              <a:ext cx="285007" cy="285007"/>
            </a:xfrm>
            <a:prstGeom prst="ellipse">
              <a:avLst/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grpSp>
          <p:nvGrpSpPr>
            <p:cNvPr id="74" name="Gruppe 73">
              <a:extLst>
                <a:ext uri="{FF2B5EF4-FFF2-40B4-BE49-F238E27FC236}">
                  <a16:creationId xmlns:a16="http://schemas.microsoft.com/office/drawing/2014/main" id="{88D4E00F-DC30-D74E-2E80-966638A9AC9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577305" y="-458902"/>
              <a:ext cx="2246022" cy="285007"/>
              <a:chOff x="8629378" y="-458902"/>
              <a:chExt cx="2246022" cy="285007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82DC50BB-4D37-DB73-1DE9-D2289F7D69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021581" y="-458902"/>
                <a:ext cx="285007" cy="285007"/>
              </a:xfrm>
              <a:prstGeom prst="ellipse">
                <a:avLst/>
              </a:prstGeom>
              <a:solidFill>
                <a:srgbClr val="979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961CFC9-6DAA-6BAF-E1CC-65B9CCAC033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413784" y="-458902"/>
                <a:ext cx="285007" cy="285007"/>
              </a:xfrm>
              <a:prstGeom prst="ellipse">
                <a:avLst/>
              </a:prstGeom>
              <a:solidFill>
                <a:srgbClr val="FFD6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8EE35CC8-6576-0157-0570-71FA9131ED6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805987" y="-458902"/>
                <a:ext cx="285007" cy="285007"/>
              </a:xfrm>
              <a:prstGeom prst="ellipse">
                <a:avLst/>
              </a:prstGeom>
              <a:solidFill>
                <a:srgbClr val="55D3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C675CA31-ACE8-0E04-2C9D-765E84A8B56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198190" y="-458902"/>
                <a:ext cx="285007" cy="285007"/>
              </a:xfrm>
              <a:prstGeom prst="ellipse">
                <a:avLst/>
              </a:prstGeom>
              <a:solidFill>
                <a:srgbClr val="FCB27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09F7E380-EF96-1AD5-8E17-1895F1864C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0590393" y="-458902"/>
                <a:ext cx="285007" cy="285007"/>
              </a:xfrm>
              <a:prstGeom prst="ellipse">
                <a:avLst/>
              </a:prstGeom>
              <a:solidFill>
                <a:srgbClr val="CFCE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AFC66EB1-726D-C218-5450-F31103D4E1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629378" y="-458902"/>
                <a:ext cx="285007" cy="285007"/>
              </a:xfrm>
              <a:prstGeom prst="ellipse">
                <a:avLst/>
              </a:prstGeom>
              <a:solidFill>
                <a:srgbClr val="FEFB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GB" sz="120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CB0C22C1-C07A-FB76-0DED-5AA1D529BC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28380" y="-458902"/>
              <a:ext cx="285007" cy="285007"/>
            </a:xfrm>
            <a:prstGeom prst="ellipse">
              <a:avLst/>
            </a:prstGeom>
            <a:solidFill>
              <a:srgbClr val="372B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8DA28-0FC6-545F-F621-A8F209F3E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64887" y="-555695"/>
            <a:ext cx="2746076" cy="2838450"/>
            <a:chOff x="11664887" y="-555695"/>
            <a:chExt cx="2746076" cy="2838450"/>
          </a:xfrm>
        </p:grpSpPr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61DA91E2-001C-B67C-5457-6C07561F7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/>
            <a:srcRect l="2789" r="2789"/>
            <a:stretch/>
          </p:blipFill>
          <p:spPr>
            <a:xfrm>
              <a:off x="11664888" y="-555695"/>
              <a:ext cx="2746075" cy="2838450"/>
            </a:xfrm>
            <a:prstGeom prst="roundRect">
              <a:avLst>
                <a:gd name="adj" fmla="val 7566"/>
              </a:avLst>
            </a:prstGeom>
            <a:solidFill>
              <a:srgbClr val="FEFBE6"/>
            </a:solidFill>
          </p:spPr>
        </p:pic>
        <p:sp>
          <p:nvSpPr>
            <p:cNvPr id="9" name="Avrundet rektangel 8">
              <a:extLst>
                <a:ext uri="{FF2B5EF4-FFF2-40B4-BE49-F238E27FC236}">
                  <a16:creationId xmlns:a16="http://schemas.microsoft.com/office/drawing/2014/main" id="{F54254BC-C659-325E-2FB8-A031FA4F5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11664887" y="-555694"/>
              <a:ext cx="1853820" cy="411296"/>
            </a:xfrm>
            <a:prstGeom prst="roundRect">
              <a:avLst>
                <a:gd name="adj" fmla="val 50000"/>
              </a:avLst>
            </a:prstGeom>
            <a:solidFill>
              <a:srgbClr val="0B0B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rtlCol="0" anchor="ctr"/>
            <a:lstStyle/>
            <a:p>
              <a:pPr algn="l"/>
              <a:r>
                <a:rPr lang="nb-NO" sz="1000" noProof="1">
                  <a:solidFill>
                    <a:srgbClr val="FEFBE6"/>
                  </a:solidFill>
                </a:rPr>
                <a:t>Displayed font size: </a:t>
              </a:r>
              <a:r>
                <a:rPr lang="nb-NO" sz="1000" u="none" noProof="1">
                  <a:solidFill>
                    <a:srgbClr val="FEFBE6"/>
                  </a:solidFill>
                </a:rPr>
                <a:t>50%</a:t>
              </a:r>
            </a:p>
          </p:txBody>
        </p:sp>
      </p:grpSp>
      <p:sp>
        <p:nvSpPr>
          <p:cNvPr id="10" name="Knowit logo">
            <a:extLst>
              <a:ext uri="{FF2B5EF4-FFF2-40B4-BE49-F238E27FC236}">
                <a16:creationId xmlns:a16="http://schemas.microsoft.com/office/drawing/2014/main" id="{F2E868C9-CEF3-BC74-B7E7-763036DC7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649843" y="361950"/>
            <a:ext cx="504000" cy="114751"/>
          </a:xfrm>
          <a:custGeom>
            <a:avLst/>
            <a:gdLst>
              <a:gd name="connsiteX0" fmla="*/ 168774 w 372999"/>
              <a:gd name="connsiteY0" fmla="*/ 30967 h 84925"/>
              <a:gd name="connsiteX1" fmla="*/ 148650 w 372999"/>
              <a:gd name="connsiteY1" fmla="*/ 52476 h 84925"/>
              <a:gd name="connsiteX2" fmla="*/ 168959 w 372999"/>
              <a:gd name="connsiteY2" fmla="*/ 74356 h 84925"/>
              <a:gd name="connsiteX3" fmla="*/ 189268 w 372999"/>
              <a:gd name="connsiteY3" fmla="*/ 52847 h 84925"/>
              <a:gd name="connsiteX4" fmla="*/ 168774 w 372999"/>
              <a:gd name="connsiteY4" fmla="*/ 30967 h 84925"/>
              <a:gd name="connsiteX5" fmla="*/ 301523 w 372999"/>
              <a:gd name="connsiteY5" fmla="*/ 21695 h 84925"/>
              <a:gd name="connsiteX6" fmla="*/ 315186 w 372999"/>
              <a:gd name="connsiteY6" fmla="*/ 21695 h 84925"/>
              <a:gd name="connsiteX7" fmla="*/ 315555 w 372999"/>
              <a:gd name="connsiteY7" fmla="*/ 21695 h 84925"/>
              <a:gd name="connsiteX8" fmla="*/ 317401 w 372999"/>
              <a:gd name="connsiteY8" fmla="*/ 23920 h 84925"/>
              <a:gd name="connsiteX9" fmla="*/ 317401 w 372999"/>
              <a:gd name="connsiteY9" fmla="*/ 72872 h 84925"/>
              <a:gd name="connsiteX10" fmla="*/ 322386 w 372999"/>
              <a:gd name="connsiteY10" fmla="*/ 72872 h 84925"/>
              <a:gd name="connsiteX11" fmla="*/ 322940 w 372999"/>
              <a:gd name="connsiteY11" fmla="*/ 72872 h 84925"/>
              <a:gd name="connsiteX12" fmla="*/ 324786 w 372999"/>
              <a:gd name="connsiteY12" fmla="*/ 75283 h 84925"/>
              <a:gd name="connsiteX13" fmla="*/ 324786 w 372999"/>
              <a:gd name="connsiteY13" fmla="*/ 81587 h 84925"/>
              <a:gd name="connsiteX14" fmla="*/ 324786 w 372999"/>
              <a:gd name="connsiteY14" fmla="*/ 82143 h 84925"/>
              <a:gd name="connsiteX15" fmla="*/ 322386 w 372999"/>
              <a:gd name="connsiteY15" fmla="*/ 83998 h 84925"/>
              <a:gd name="connsiteX16" fmla="*/ 297646 w 372999"/>
              <a:gd name="connsiteY16" fmla="*/ 83998 h 84925"/>
              <a:gd name="connsiteX17" fmla="*/ 297092 w 372999"/>
              <a:gd name="connsiteY17" fmla="*/ 83998 h 84925"/>
              <a:gd name="connsiteX18" fmla="*/ 295245 w 372999"/>
              <a:gd name="connsiteY18" fmla="*/ 81587 h 84925"/>
              <a:gd name="connsiteX19" fmla="*/ 295245 w 372999"/>
              <a:gd name="connsiteY19" fmla="*/ 75468 h 84925"/>
              <a:gd name="connsiteX20" fmla="*/ 295245 w 372999"/>
              <a:gd name="connsiteY20" fmla="*/ 74912 h 84925"/>
              <a:gd name="connsiteX21" fmla="*/ 297646 w 372999"/>
              <a:gd name="connsiteY21" fmla="*/ 73058 h 84925"/>
              <a:gd name="connsiteX22" fmla="*/ 306693 w 372999"/>
              <a:gd name="connsiteY22" fmla="*/ 73058 h 84925"/>
              <a:gd name="connsiteX23" fmla="*/ 306693 w 372999"/>
              <a:gd name="connsiteY23" fmla="*/ 32635 h 84925"/>
              <a:gd name="connsiteX24" fmla="*/ 301708 w 372999"/>
              <a:gd name="connsiteY24" fmla="*/ 32635 h 84925"/>
              <a:gd name="connsiteX25" fmla="*/ 301154 w 372999"/>
              <a:gd name="connsiteY25" fmla="*/ 32635 h 84925"/>
              <a:gd name="connsiteX26" fmla="*/ 299307 w 372999"/>
              <a:gd name="connsiteY26" fmla="*/ 30225 h 84925"/>
              <a:gd name="connsiteX27" fmla="*/ 299307 w 372999"/>
              <a:gd name="connsiteY27" fmla="*/ 24105 h 84925"/>
              <a:gd name="connsiteX28" fmla="*/ 299307 w 372999"/>
              <a:gd name="connsiteY28" fmla="*/ 23549 h 84925"/>
              <a:gd name="connsiteX29" fmla="*/ 301523 w 372999"/>
              <a:gd name="connsiteY29" fmla="*/ 21695 h 84925"/>
              <a:gd name="connsiteX30" fmla="*/ 200900 w 372999"/>
              <a:gd name="connsiteY30" fmla="*/ 21509 h 84925"/>
              <a:gd name="connsiteX31" fmla="*/ 222317 w 372999"/>
              <a:gd name="connsiteY31" fmla="*/ 21509 h 84925"/>
              <a:gd name="connsiteX32" fmla="*/ 222871 w 372999"/>
              <a:gd name="connsiteY32" fmla="*/ 21509 h 84925"/>
              <a:gd name="connsiteX33" fmla="*/ 224717 w 372999"/>
              <a:gd name="connsiteY33" fmla="*/ 23735 h 84925"/>
              <a:gd name="connsiteX34" fmla="*/ 224717 w 372999"/>
              <a:gd name="connsiteY34" fmla="*/ 29854 h 84925"/>
              <a:gd name="connsiteX35" fmla="*/ 224717 w 372999"/>
              <a:gd name="connsiteY35" fmla="*/ 30410 h 84925"/>
              <a:gd name="connsiteX36" fmla="*/ 222317 w 372999"/>
              <a:gd name="connsiteY36" fmla="*/ 32264 h 84925"/>
              <a:gd name="connsiteX37" fmla="*/ 217517 w 372999"/>
              <a:gd name="connsiteY37" fmla="*/ 32264 h 84925"/>
              <a:gd name="connsiteX38" fmla="*/ 227671 w 372999"/>
              <a:gd name="connsiteY38" fmla="*/ 65270 h 84925"/>
              <a:gd name="connsiteX39" fmla="*/ 241888 w 372999"/>
              <a:gd name="connsiteY39" fmla="*/ 23364 h 84925"/>
              <a:gd name="connsiteX40" fmla="*/ 244473 w 372999"/>
              <a:gd name="connsiteY40" fmla="*/ 21509 h 84925"/>
              <a:gd name="connsiteX41" fmla="*/ 248719 w 372999"/>
              <a:gd name="connsiteY41" fmla="*/ 21509 h 84925"/>
              <a:gd name="connsiteX42" fmla="*/ 251304 w 372999"/>
              <a:gd name="connsiteY42" fmla="*/ 23364 h 84925"/>
              <a:gd name="connsiteX43" fmla="*/ 265705 w 372999"/>
              <a:gd name="connsiteY43" fmla="*/ 65270 h 84925"/>
              <a:gd name="connsiteX44" fmla="*/ 275860 w 372999"/>
              <a:gd name="connsiteY44" fmla="*/ 32449 h 84925"/>
              <a:gd name="connsiteX45" fmla="*/ 271059 w 372999"/>
              <a:gd name="connsiteY45" fmla="*/ 32449 h 84925"/>
              <a:gd name="connsiteX46" fmla="*/ 270505 w 372999"/>
              <a:gd name="connsiteY46" fmla="*/ 32449 h 84925"/>
              <a:gd name="connsiteX47" fmla="*/ 268659 w 372999"/>
              <a:gd name="connsiteY47" fmla="*/ 30039 h 84925"/>
              <a:gd name="connsiteX48" fmla="*/ 268659 w 372999"/>
              <a:gd name="connsiteY48" fmla="*/ 23920 h 84925"/>
              <a:gd name="connsiteX49" fmla="*/ 268659 w 372999"/>
              <a:gd name="connsiteY49" fmla="*/ 23364 h 84925"/>
              <a:gd name="connsiteX50" fmla="*/ 271059 w 372999"/>
              <a:gd name="connsiteY50" fmla="*/ 21509 h 84925"/>
              <a:gd name="connsiteX51" fmla="*/ 292292 w 372999"/>
              <a:gd name="connsiteY51" fmla="*/ 21509 h 84925"/>
              <a:gd name="connsiteX52" fmla="*/ 292661 w 372999"/>
              <a:gd name="connsiteY52" fmla="*/ 21695 h 84925"/>
              <a:gd name="connsiteX53" fmla="*/ 294507 w 372999"/>
              <a:gd name="connsiteY53" fmla="*/ 23920 h 84925"/>
              <a:gd name="connsiteX54" fmla="*/ 294507 w 372999"/>
              <a:gd name="connsiteY54" fmla="*/ 30039 h 84925"/>
              <a:gd name="connsiteX55" fmla="*/ 294507 w 372999"/>
              <a:gd name="connsiteY55" fmla="*/ 30410 h 84925"/>
              <a:gd name="connsiteX56" fmla="*/ 292107 w 372999"/>
              <a:gd name="connsiteY56" fmla="*/ 32264 h 84925"/>
              <a:gd name="connsiteX57" fmla="*/ 287122 w 372999"/>
              <a:gd name="connsiteY57" fmla="*/ 32264 h 84925"/>
              <a:gd name="connsiteX58" fmla="*/ 270136 w 372999"/>
              <a:gd name="connsiteY58" fmla="*/ 81958 h 84925"/>
              <a:gd name="connsiteX59" fmla="*/ 267551 w 372999"/>
              <a:gd name="connsiteY59" fmla="*/ 83812 h 84925"/>
              <a:gd name="connsiteX60" fmla="*/ 262935 w 372999"/>
              <a:gd name="connsiteY60" fmla="*/ 83812 h 84925"/>
              <a:gd name="connsiteX61" fmla="*/ 260351 w 372999"/>
              <a:gd name="connsiteY61" fmla="*/ 81958 h 84925"/>
              <a:gd name="connsiteX62" fmla="*/ 246319 w 372999"/>
              <a:gd name="connsiteY62" fmla="*/ 41165 h 84925"/>
              <a:gd name="connsiteX63" fmla="*/ 232287 w 372999"/>
              <a:gd name="connsiteY63" fmla="*/ 81958 h 84925"/>
              <a:gd name="connsiteX64" fmla="*/ 229702 w 372999"/>
              <a:gd name="connsiteY64" fmla="*/ 83812 h 84925"/>
              <a:gd name="connsiteX65" fmla="*/ 225086 w 372999"/>
              <a:gd name="connsiteY65" fmla="*/ 83812 h 84925"/>
              <a:gd name="connsiteX66" fmla="*/ 222502 w 372999"/>
              <a:gd name="connsiteY66" fmla="*/ 81958 h 84925"/>
              <a:gd name="connsiteX67" fmla="*/ 205700 w 372999"/>
              <a:gd name="connsiteY67" fmla="*/ 32264 h 84925"/>
              <a:gd name="connsiteX68" fmla="*/ 200715 w 372999"/>
              <a:gd name="connsiteY68" fmla="*/ 32264 h 84925"/>
              <a:gd name="connsiteX69" fmla="*/ 200346 w 372999"/>
              <a:gd name="connsiteY69" fmla="*/ 32264 h 84925"/>
              <a:gd name="connsiteX70" fmla="*/ 198500 w 372999"/>
              <a:gd name="connsiteY70" fmla="*/ 29854 h 84925"/>
              <a:gd name="connsiteX71" fmla="*/ 198500 w 372999"/>
              <a:gd name="connsiteY71" fmla="*/ 23735 h 84925"/>
              <a:gd name="connsiteX72" fmla="*/ 198500 w 372999"/>
              <a:gd name="connsiteY72" fmla="*/ 23364 h 84925"/>
              <a:gd name="connsiteX73" fmla="*/ 200900 w 372999"/>
              <a:gd name="connsiteY73" fmla="*/ 21509 h 84925"/>
              <a:gd name="connsiteX74" fmla="*/ 168959 w 372999"/>
              <a:gd name="connsiteY74" fmla="*/ 20397 h 84925"/>
              <a:gd name="connsiteX75" fmla="*/ 169697 w 372999"/>
              <a:gd name="connsiteY75" fmla="*/ 20583 h 84925"/>
              <a:gd name="connsiteX76" fmla="*/ 200531 w 372999"/>
              <a:gd name="connsiteY76" fmla="*/ 52661 h 84925"/>
              <a:gd name="connsiteX77" fmla="*/ 200531 w 372999"/>
              <a:gd name="connsiteY77" fmla="*/ 53217 h 84925"/>
              <a:gd name="connsiteX78" fmla="*/ 168774 w 372999"/>
              <a:gd name="connsiteY78" fmla="*/ 84925 h 84925"/>
              <a:gd name="connsiteX79" fmla="*/ 168220 w 372999"/>
              <a:gd name="connsiteY79" fmla="*/ 84925 h 84925"/>
              <a:gd name="connsiteX80" fmla="*/ 137387 w 372999"/>
              <a:gd name="connsiteY80" fmla="*/ 52847 h 84925"/>
              <a:gd name="connsiteX81" fmla="*/ 137387 w 372999"/>
              <a:gd name="connsiteY81" fmla="*/ 52105 h 84925"/>
              <a:gd name="connsiteX82" fmla="*/ 168959 w 372999"/>
              <a:gd name="connsiteY82" fmla="*/ 20397 h 84925"/>
              <a:gd name="connsiteX83" fmla="*/ 104892 w 372999"/>
              <a:gd name="connsiteY83" fmla="*/ 20397 h 84925"/>
              <a:gd name="connsiteX84" fmla="*/ 130187 w 372999"/>
              <a:gd name="connsiteY84" fmla="*/ 46356 h 84925"/>
              <a:gd name="connsiteX85" fmla="*/ 130187 w 372999"/>
              <a:gd name="connsiteY85" fmla="*/ 72872 h 84925"/>
              <a:gd name="connsiteX86" fmla="*/ 135172 w 372999"/>
              <a:gd name="connsiteY86" fmla="*/ 72872 h 84925"/>
              <a:gd name="connsiteX87" fmla="*/ 135910 w 372999"/>
              <a:gd name="connsiteY87" fmla="*/ 72872 h 84925"/>
              <a:gd name="connsiteX88" fmla="*/ 137756 w 372999"/>
              <a:gd name="connsiteY88" fmla="*/ 75283 h 84925"/>
              <a:gd name="connsiteX89" fmla="*/ 137756 w 372999"/>
              <a:gd name="connsiteY89" fmla="*/ 81587 h 84925"/>
              <a:gd name="connsiteX90" fmla="*/ 137756 w 372999"/>
              <a:gd name="connsiteY90" fmla="*/ 82143 h 84925"/>
              <a:gd name="connsiteX91" fmla="*/ 135356 w 372999"/>
              <a:gd name="connsiteY91" fmla="*/ 83998 h 84925"/>
              <a:gd name="connsiteX92" fmla="*/ 114678 w 372999"/>
              <a:gd name="connsiteY92" fmla="*/ 83998 h 84925"/>
              <a:gd name="connsiteX93" fmla="*/ 114124 w 372999"/>
              <a:gd name="connsiteY93" fmla="*/ 83998 h 84925"/>
              <a:gd name="connsiteX94" fmla="*/ 112277 w 372999"/>
              <a:gd name="connsiteY94" fmla="*/ 81587 h 84925"/>
              <a:gd name="connsiteX95" fmla="*/ 112277 w 372999"/>
              <a:gd name="connsiteY95" fmla="*/ 75468 h 84925"/>
              <a:gd name="connsiteX96" fmla="*/ 112277 w 372999"/>
              <a:gd name="connsiteY96" fmla="*/ 74912 h 84925"/>
              <a:gd name="connsiteX97" fmla="*/ 114493 w 372999"/>
              <a:gd name="connsiteY97" fmla="*/ 72872 h 84925"/>
              <a:gd name="connsiteX98" fmla="*/ 119478 w 372999"/>
              <a:gd name="connsiteY98" fmla="*/ 72872 h 84925"/>
              <a:gd name="connsiteX99" fmla="*/ 119478 w 372999"/>
              <a:gd name="connsiteY99" fmla="*/ 47469 h 84925"/>
              <a:gd name="connsiteX100" fmla="*/ 104338 w 372999"/>
              <a:gd name="connsiteY100" fmla="*/ 30781 h 84925"/>
              <a:gd name="connsiteX101" fmla="*/ 87537 w 372999"/>
              <a:gd name="connsiteY101" fmla="*/ 48211 h 84925"/>
              <a:gd name="connsiteX102" fmla="*/ 87537 w 372999"/>
              <a:gd name="connsiteY102" fmla="*/ 72872 h 84925"/>
              <a:gd name="connsiteX103" fmla="*/ 92337 w 372999"/>
              <a:gd name="connsiteY103" fmla="*/ 72872 h 84925"/>
              <a:gd name="connsiteX104" fmla="*/ 92891 w 372999"/>
              <a:gd name="connsiteY104" fmla="*/ 72872 h 84925"/>
              <a:gd name="connsiteX105" fmla="*/ 94738 w 372999"/>
              <a:gd name="connsiteY105" fmla="*/ 75283 h 84925"/>
              <a:gd name="connsiteX106" fmla="*/ 94738 w 372999"/>
              <a:gd name="connsiteY106" fmla="*/ 81587 h 84925"/>
              <a:gd name="connsiteX107" fmla="*/ 94738 w 372999"/>
              <a:gd name="connsiteY107" fmla="*/ 81958 h 84925"/>
              <a:gd name="connsiteX108" fmla="*/ 92337 w 372999"/>
              <a:gd name="connsiteY108" fmla="*/ 83812 h 84925"/>
              <a:gd name="connsiteX109" fmla="*/ 71659 w 372999"/>
              <a:gd name="connsiteY109" fmla="*/ 83812 h 84925"/>
              <a:gd name="connsiteX110" fmla="*/ 71290 w 372999"/>
              <a:gd name="connsiteY110" fmla="*/ 83812 h 84925"/>
              <a:gd name="connsiteX111" fmla="*/ 69259 w 372999"/>
              <a:gd name="connsiteY111" fmla="*/ 81587 h 84925"/>
              <a:gd name="connsiteX112" fmla="*/ 69259 w 372999"/>
              <a:gd name="connsiteY112" fmla="*/ 75468 h 84925"/>
              <a:gd name="connsiteX113" fmla="*/ 69259 w 372999"/>
              <a:gd name="connsiteY113" fmla="*/ 74912 h 84925"/>
              <a:gd name="connsiteX114" fmla="*/ 71659 w 372999"/>
              <a:gd name="connsiteY114" fmla="*/ 73058 h 84925"/>
              <a:gd name="connsiteX115" fmla="*/ 76644 w 372999"/>
              <a:gd name="connsiteY115" fmla="*/ 73058 h 84925"/>
              <a:gd name="connsiteX116" fmla="*/ 76644 w 372999"/>
              <a:gd name="connsiteY116" fmla="*/ 32635 h 84925"/>
              <a:gd name="connsiteX117" fmla="*/ 71659 w 372999"/>
              <a:gd name="connsiteY117" fmla="*/ 32635 h 84925"/>
              <a:gd name="connsiteX118" fmla="*/ 71105 w 372999"/>
              <a:gd name="connsiteY118" fmla="*/ 32635 h 84925"/>
              <a:gd name="connsiteX119" fmla="*/ 69259 w 372999"/>
              <a:gd name="connsiteY119" fmla="*/ 30225 h 84925"/>
              <a:gd name="connsiteX120" fmla="*/ 69259 w 372999"/>
              <a:gd name="connsiteY120" fmla="*/ 24105 h 84925"/>
              <a:gd name="connsiteX121" fmla="*/ 69259 w 372999"/>
              <a:gd name="connsiteY121" fmla="*/ 23549 h 84925"/>
              <a:gd name="connsiteX122" fmla="*/ 71659 w 372999"/>
              <a:gd name="connsiteY122" fmla="*/ 21695 h 84925"/>
              <a:gd name="connsiteX123" fmla="*/ 84952 w 372999"/>
              <a:gd name="connsiteY123" fmla="*/ 21695 h 84925"/>
              <a:gd name="connsiteX124" fmla="*/ 85506 w 372999"/>
              <a:gd name="connsiteY124" fmla="*/ 21695 h 84925"/>
              <a:gd name="connsiteX125" fmla="*/ 87352 w 372999"/>
              <a:gd name="connsiteY125" fmla="*/ 23920 h 84925"/>
              <a:gd name="connsiteX126" fmla="*/ 87352 w 372999"/>
              <a:gd name="connsiteY126" fmla="*/ 26887 h 84925"/>
              <a:gd name="connsiteX127" fmla="*/ 104892 w 372999"/>
              <a:gd name="connsiteY127" fmla="*/ 20397 h 84925"/>
              <a:gd name="connsiteX128" fmla="*/ 337711 w 372999"/>
              <a:gd name="connsiteY128" fmla="*/ 6490 h 84925"/>
              <a:gd name="connsiteX129" fmla="*/ 343989 w 372999"/>
              <a:gd name="connsiteY129" fmla="*/ 6490 h 84925"/>
              <a:gd name="connsiteX130" fmla="*/ 344543 w 372999"/>
              <a:gd name="connsiteY130" fmla="*/ 6490 h 84925"/>
              <a:gd name="connsiteX131" fmla="*/ 346389 w 372999"/>
              <a:gd name="connsiteY131" fmla="*/ 8900 h 84925"/>
              <a:gd name="connsiteX132" fmla="*/ 346389 w 372999"/>
              <a:gd name="connsiteY132" fmla="*/ 21695 h 84925"/>
              <a:gd name="connsiteX133" fmla="*/ 360790 w 372999"/>
              <a:gd name="connsiteY133" fmla="*/ 21695 h 84925"/>
              <a:gd name="connsiteX134" fmla="*/ 361159 w 372999"/>
              <a:gd name="connsiteY134" fmla="*/ 21695 h 84925"/>
              <a:gd name="connsiteX135" fmla="*/ 363006 w 372999"/>
              <a:gd name="connsiteY135" fmla="*/ 23920 h 84925"/>
              <a:gd name="connsiteX136" fmla="*/ 363006 w 372999"/>
              <a:gd name="connsiteY136" fmla="*/ 30039 h 84925"/>
              <a:gd name="connsiteX137" fmla="*/ 363006 w 372999"/>
              <a:gd name="connsiteY137" fmla="*/ 30595 h 84925"/>
              <a:gd name="connsiteX138" fmla="*/ 360605 w 372999"/>
              <a:gd name="connsiteY138" fmla="*/ 32450 h 84925"/>
              <a:gd name="connsiteX139" fmla="*/ 346204 w 372999"/>
              <a:gd name="connsiteY139" fmla="*/ 32450 h 84925"/>
              <a:gd name="connsiteX140" fmla="*/ 346204 w 372999"/>
              <a:gd name="connsiteY140" fmla="*/ 65826 h 84925"/>
              <a:gd name="connsiteX141" fmla="*/ 354697 w 372999"/>
              <a:gd name="connsiteY141" fmla="*/ 74171 h 84925"/>
              <a:gd name="connsiteX142" fmla="*/ 362082 w 372999"/>
              <a:gd name="connsiteY142" fmla="*/ 66012 h 84925"/>
              <a:gd name="connsiteX143" fmla="*/ 362082 w 372999"/>
              <a:gd name="connsiteY143" fmla="*/ 54515 h 84925"/>
              <a:gd name="connsiteX144" fmla="*/ 362082 w 372999"/>
              <a:gd name="connsiteY144" fmla="*/ 53959 h 84925"/>
              <a:gd name="connsiteX145" fmla="*/ 364483 w 372999"/>
              <a:gd name="connsiteY145" fmla="*/ 52105 h 84925"/>
              <a:gd name="connsiteX146" fmla="*/ 370391 w 372999"/>
              <a:gd name="connsiteY146" fmla="*/ 52105 h 84925"/>
              <a:gd name="connsiteX147" fmla="*/ 371129 w 372999"/>
              <a:gd name="connsiteY147" fmla="*/ 52290 h 84925"/>
              <a:gd name="connsiteX148" fmla="*/ 372976 w 372999"/>
              <a:gd name="connsiteY148" fmla="*/ 54701 h 84925"/>
              <a:gd name="connsiteX149" fmla="*/ 372976 w 372999"/>
              <a:gd name="connsiteY149" fmla="*/ 67124 h 84925"/>
              <a:gd name="connsiteX150" fmla="*/ 353959 w 372999"/>
              <a:gd name="connsiteY150" fmla="*/ 84925 h 84925"/>
              <a:gd name="connsiteX151" fmla="*/ 335496 w 372999"/>
              <a:gd name="connsiteY151" fmla="*/ 66568 h 84925"/>
              <a:gd name="connsiteX152" fmla="*/ 335496 w 372999"/>
              <a:gd name="connsiteY152" fmla="*/ 32635 h 84925"/>
              <a:gd name="connsiteX153" fmla="*/ 328849 w 372999"/>
              <a:gd name="connsiteY153" fmla="*/ 32635 h 84925"/>
              <a:gd name="connsiteX154" fmla="*/ 328295 w 372999"/>
              <a:gd name="connsiteY154" fmla="*/ 32635 h 84925"/>
              <a:gd name="connsiteX155" fmla="*/ 326449 w 372999"/>
              <a:gd name="connsiteY155" fmla="*/ 30225 h 84925"/>
              <a:gd name="connsiteX156" fmla="*/ 326449 w 372999"/>
              <a:gd name="connsiteY156" fmla="*/ 24105 h 84925"/>
              <a:gd name="connsiteX157" fmla="*/ 326449 w 372999"/>
              <a:gd name="connsiteY157" fmla="*/ 23735 h 84925"/>
              <a:gd name="connsiteX158" fmla="*/ 328664 w 372999"/>
              <a:gd name="connsiteY158" fmla="*/ 21880 h 84925"/>
              <a:gd name="connsiteX159" fmla="*/ 335311 w 372999"/>
              <a:gd name="connsiteY159" fmla="*/ 21880 h 84925"/>
              <a:gd name="connsiteX160" fmla="*/ 335311 w 372999"/>
              <a:gd name="connsiteY160" fmla="*/ 8900 h 84925"/>
              <a:gd name="connsiteX161" fmla="*/ 335311 w 372999"/>
              <a:gd name="connsiteY161" fmla="*/ 8344 h 84925"/>
              <a:gd name="connsiteX162" fmla="*/ 337711 w 372999"/>
              <a:gd name="connsiteY162" fmla="*/ 6490 h 84925"/>
              <a:gd name="connsiteX163" fmla="*/ 2423 w 372999"/>
              <a:gd name="connsiteY163" fmla="*/ 6305 h 84925"/>
              <a:gd name="connsiteX164" fmla="*/ 16085 w 372999"/>
              <a:gd name="connsiteY164" fmla="*/ 6305 h 84925"/>
              <a:gd name="connsiteX165" fmla="*/ 16640 w 372999"/>
              <a:gd name="connsiteY165" fmla="*/ 6305 h 84925"/>
              <a:gd name="connsiteX166" fmla="*/ 18486 w 372999"/>
              <a:gd name="connsiteY166" fmla="*/ 8715 h 84925"/>
              <a:gd name="connsiteX167" fmla="*/ 18486 w 372999"/>
              <a:gd name="connsiteY167" fmla="*/ 53774 h 84925"/>
              <a:gd name="connsiteX168" fmla="*/ 46919 w 372999"/>
              <a:gd name="connsiteY168" fmla="*/ 25033 h 84925"/>
              <a:gd name="connsiteX169" fmla="*/ 53196 w 372999"/>
              <a:gd name="connsiteY169" fmla="*/ 21510 h 84925"/>
              <a:gd name="connsiteX170" fmla="*/ 62059 w 372999"/>
              <a:gd name="connsiteY170" fmla="*/ 21510 h 84925"/>
              <a:gd name="connsiteX171" fmla="*/ 62243 w 372999"/>
              <a:gd name="connsiteY171" fmla="*/ 21324 h 84925"/>
              <a:gd name="connsiteX172" fmla="*/ 64090 w 372999"/>
              <a:gd name="connsiteY172" fmla="*/ 23735 h 84925"/>
              <a:gd name="connsiteX173" fmla="*/ 64090 w 372999"/>
              <a:gd name="connsiteY173" fmla="*/ 30040 h 84925"/>
              <a:gd name="connsiteX174" fmla="*/ 64090 w 372999"/>
              <a:gd name="connsiteY174" fmla="*/ 30410 h 84925"/>
              <a:gd name="connsiteX175" fmla="*/ 61874 w 372999"/>
              <a:gd name="connsiteY175" fmla="*/ 32265 h 84925"/>
              <a:gd name="connsiteX176" fmla="*/ 53566 w 372999"/>
              <a:gd name="connsiteY176" fmla="*/ 32265 h 84925"/>
              <a:gd name="connsiteX177" fmla="*/ 36580 w 372999"/>
              <a:gd name="connsiteY177" fmla="*/ 49695 h 84925"/>
              <a:gd name="connsiteX178" fmla="*/ 55228 w 372999"/>
              <a:gd name="connsiteY178" fmla="*/ 72873 h 84925"/>
              <a:gd name="connsiteX179" fmla="*/ 61874 w 372999"/>
              <a:gd name="connsiteY179" fmla="*/ 72873 h 84925"/>
              <a:gd name="connsiteX180" fmla="*/ 62428 w 372999"/>
              <a:gd name="connsiteY180" fmla="*/ 72873 h 84925"/>
              <a:gd name="connsiteX181" fmla="*/ 64274 w 372999"/>
              <a:gd name="connsiteY181" fmla="*/ 75283 h 84925"/>
              <a:gd name="connsiteX182" fmla="*/ 64274 w 372999"/>
              <a:gd name="connsiteY182" fmla="*/ 81032 h 84925"/>
              <a:gd name="connsiteX183" fmla="*/ 64274 w 372999"/>
              <a:gd name="connsiteY183" fmla="*/ 81588 h 84925"/>
              <a:gd name="connsiteX184" fmla="*/ 62059 w 372999"/>
              <a:gd name="connsiteY184" fmla="*/ 83442 h 84925"/>
              <a:gd name="connsiteX185" fmla="*/ 53935 w 372999"/>
              <a:gd name="connsiteY185" fmla="*/ 83442 h 84925"/>
              <a:gd name="connsiteX186" fmla="*/ 47842 w 372999"/>
              <a:gd name="connsiteY186" fmla="*/ 80290 h 84925"/>
              <a:gd name="connsiteX187" fmla="*/ 29010 w 372999"/>
              <a:gd name="connsiteY187" fmla="*/ 57297 h 84925"/>
              <a:gd name="connsiteX188" fmla="*/ 18301 w 372999"/>
              <a:gd name="connsiteY188" fmla="*/ 68237 h 84925"/>
              <a:gd name="connsiteX189" fmla="*/ 18301 w 372999"/>
              <a:gd name="connsiteY189" fmla="*/ 72873 h 84925"/>
              <a:gd name="connsiteX190" fmla="*/ 23102 w 372999"/>
              <a:gd name="connsiteY190" fmla="*/ 72873 h 84925"/>
              <a:gd name="connsiteX191" fmla="*/ 23655 w 372999"/>
              <a:gd name="connsiteY191" fmla="*/ 72873 h 84925"/>
              <a:gd name="connsiteX192" fmla="*/ 25502 w 372999"/>
              <a:gd name="connsiteY192" fmla="*/ 75283 h 84925"/>
              <a:gd name="connsiteX193" fmla="*/ 25502 w 372999"/>
              <a:gd name="connsiteY193" fmla="*/ 81588 h 84925"/>
              <a:gd name="connsiteX194" fmla="*/ 25502 w 372999"/>
              <a:gd name="connsiteY194" fmla="*/ 82144 h 84925"/>
              <a:gd name="connsiteX195" fmla="*/ 23102 w 372999"/>
              <a:gd name="connsiteY195" fmla="*/ 83813 h 84925"/>
              <a:gd name="connsiteX196" fmla="*/ 2423 w 372999"/>
              <a:gd name="connsiteY196" fmla="*/ 83813 h 84925"/>
              <a:gd name="connsiteX197" fmla="*/ 1869 w 372999"/>
              <a:gd name="connsiteY197" fmla="*/ 83813 h 84925"/>
              <a:gd name="connsiteX198" fmla="*/ 23 w 372999"/>
              <a:gd name="connsiteY198" fmla="*/ 81402 h 84925"/>
              <a:gd name="connsiteX199" fmla="*/ 23 w 372999"/>
              <a:gd name="connsiteY199" fmla="*/ 75283 h 84925"/>
              <a:gd name="connsiteX200" fmla="*/ 23 w 372999"/>
              <a:gd name="connsiteY200" fmla="*/ 74727 h 84925"/>
              <a:gd name="connsiteX201" fmla="*/ 2423 w 372999"/>
              <a:gd name="connsiteY201" fmla="*/ 72873 h 84925"/>
              <a:gd name="connsiteX202" fmla="*/ 7408 w 372999"/>
              <a:gd name="connsiteY202" fmla="*/ 72873 h 84925"/>
              <a:gd name="connsiteX203" fmla="*/ 7408 w 372999"/>
              <a:gd name="connsiteY203" fmla="*/ 17245 h 84925"/>
              <a:gd name="connsiteX204" fmla="*/ 2423 w 372999"/>
              <a:gd name="connsiteY204" fmla="*/ 17245 h 84925"/>
              <a:gd name="connsiteX205" fmla="*/ 1869 w 372999"/>
              <a:gd name="connsiteY205" fmla="*/ 17245 h 84925"/>
              <a:gd name="connsiteX206" fmla="*/ 23 w 372999"/>
              <a:gd name="connsiteY206" fmla="*/ 14835 h 84925"/>
              <a:gd name="connsiteX207" fmla="*/ 23 w 372999"/>
              <a:gd name="connsiteY207" fmla="*/ 8715 h 84925"/>
              <a:gd name="connsiteX208" fmla="*/ 23 w 372999"/>
              <a:gd name="connsiteY208" fmla="*/ 8159 h 84925"/>
              <a:gd name="connsiteX209" fmla="*/ 2423 w 372999"/>
              <a:gd name="connsiteY209" fmla="*/ 6305 h 84925"/>
              <a:gd name="connsiteX210" fmla="*/ 311678 w 372999"/>
              <a:gd name="connsiteY210" fmla="*/ 0 h 84925"/>
              <a:gd name="connsiteX211" fmla="*/ 318510 w 372999"/>
              <a:gd name="connsiteY211" fmla="*/ 6861 h 84925"/>
              <a:gd name="connsiteX212" fmla="*/ 311678 w 372999"/>
              <a:gd name="connsiteY212" fmla="*/ 13721 h 84925"/>
              <a:gd name="connsiteX213" fmla="*/ 304847 w 372999"/>
              <a:gd name="connsiteY213" fmla="*/ 6861 h 84925"/>
              <a:gd name="connsiteX214" fmla="*/ 311678 w 372999"/>
              <a:gd name="connsiteY214" fmla="*/ 0 h 8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372999" h="84925">
                <a:moveTo>
                  <a:pt x="168774" y="30967"/>
                </a:moveTo>
                <a:cubicBezTo>
                  <a:pt x="157327" y="30967"/>
                  <a:pt x="148650" y="40238"/>
                  <a:pt x="148650" y="52476"/>
                </a:cubicBezTo>
                <a:cubicBezTo>
                  <a:pt x="148650" y="64714"/>
                  <a:pt x="157512" y="74356"/>
                  <a:pt x="168959" y="74356"/>
                </a:cubicBezTo>
                <a:cubicBezTo>
                  <a:pt x="180406" y="74356"/>
                  <a:pt x="189268" y="65085"/>
                  <a:pt x="189268" y="52847"/>
                </a:cubicBezTo>
                <a:cubicBezTo>
                  <a:pt x="189268" y="40609"/>
                  <a:pt x="180221" y="30967"/>
                  <a:pt x="168774" y="30967"/>
                </a:cubicBezTo>
                <a:close/>
                <a:moveTo>
                  <a:pt x="301523" y="21695"/>
                </a:moveTo>
                <a:lnTo>
                  <a:pt x="315186" y="21695"/>
                </a:lnTo>
                <a:cubicBezTo>
                  <a:pt x="315186" y="21695"/>
                  <a:pt x="315370" y="21695"/>
                  <a:pt x="315555" y="21695"/>
                </a:cubicBezTo>
                <a:cubicBezTo>
                  <a:pt x="316663" y="21695"/>
                  <a:pt x="317586" y="22808"/>
                  <a:pt x="317401" y="23920"/>
                </a:cubicBezTo>
                <a:lnTo>
                  <a:pt x="317401" y="72872"/>
                </a:lnTo>
                <a:lnTo>
                  <a:pt x="322386" y="72872"/>
                </a:lnTo>
                <a:cubicBezTo>
                  <a:pt x="322571" y="72872"/>
                  <a:pt x="322756" y="72872"/>
                  <a:pt x="322940" y="72872"/>
                </a:cubicBezTo>
                <a:cubicBezTo>
                  <a:pt x="324048" y="73058"/>
                  <a:pt x="324971" y="74170"/>
                  <a:pt x="324786" y="75283"/>
                </a:cubicBezTo>
                <a:lnTo>
                  <a:pt x="324786" y="81587"/>
                </a:lnTo>
                <a:cubicBezTo>
                  <a:pt x="324786" y="81773"/>
                  <a:pt x="324786" y="81958"/>
                  <a:pt x="324786" y="82143"/>
                </a:cubicBezTo>
                <a:cubicBezTo>
                  <a:pt x="324602" y="83256"/>
                  <a:pt x="323494" y="84183"/>
                  <a:pt x="322386" y="83998"/>
                </a:cubicBezTo>
                <a:lnTo>
                  <a:pt x="297646" y="83998"/>
                </a:lnTo>
                <a:cubicBezTo>
                  <a:pt x="297461" y="83998"/>
                  <a:pt x="297277" y="83998"/>
                  <a:pt x="297092" y="83998"/>
                </a:cubicBezTo>
                <a:cubicBezTo>
                  <a:pt x="295984" y="83812"/>
                  <a:pt x="295061" y="82700"/>
                  <a:pt x="295245" y="81587"/>
                </a:cubicBezTo>
                <a:lnTo>
                  <a:pt x="295245" y="75468"/>
                </a:lnTo>
                <a:cubicBezTo>
                  <a:pt x="295245" y="75283"/>
                  <a:pt x="295245" y="75097"/>
                  <a:pt x="295245" y="74912"/>
                </a:cubicBezTo>
                <a:cubicBezTo>
                  <a:pt x="295430" y="73799"/>
                  <a:pt x="296538" y="72872"/>
                  <a:pt x="297646" y="73058"/>
                </a:cubicBezTo>
                <a:lnTo>
                  <a:pt x="306693" y="73058"/>
                </a:lnTo>
                <a:lnTo>
                  <a:pt x="306693" y="32635"/>
                </a:lnTo>
                <a:lnTo>
                  <a:pt x="301708" y="32635"/>
                </a:lnTo>
                <a:cubicBezTo>
                  <a:pt x="301523" y="32635"/>
                  <a:pt x="301338" y="32635"/>
                  <a:pt x="301154" y="32635"/>
                </a:cubicBezTo>
                <a:cubicBezTo>
                  <a:pt x="300046" y="32450"/>
                  <a:pt x="299123" y="31337"/>
                  <a:pt x="299307" y="30225"/>
                </a:cubicBezTo>
                <a:lnTo>
                  <a:pt x="299307" y="24105"/>
                </a:lnTo>
                <a:cubicBezTo>
                  <a:pt x="299307" y="23920"/>
                  <a:pt x="299307" y="23735"/>
                  <a:pt x="299307" y="23549"/>
                </a:cubicBezTo>
                <a:cubicBezTo>
                  <a:pt x="299307" y="22437"/>
                  <a:pt x="300415" y="21509"/>
                  <a:pt x="301523" y="21695"/>
                </a:cubicBezTo>
                <a:close/>
                <a:moveTo>
                  <a:pt x="200900" y="21509"/>
                </a:moveTo>
                <a:lnTo>
                  <a:pt x="222317" y="21509"/>
                </a:lnTo>
                <a:cubicBezTo>
                  <a:pt x="222502" y="21509"/>
                  <a:pt x="222686" y="21509"/>
                  <a:pt x="222871" y="21509"/>
                </a:cubicBezTo>
                <a:cubicBezTo>
                  <a:pt x="223979" y="21509"/>
                  <a:pt x="224902" y="22622"/>
                  <a:pt x="224717" y="23735"/>
                </a:cubicBezTo>
                <a:lnTo>
                  <a:pt x="224717" y="29854"/>
                </a:lnTo>
                <a:cubicBezTo>
                  <a:pt x="224717" y="30039"/>
                  <a:pt x="224717" y="30224"/>
                  <a:pt x="224717" y="30410"/>
                </a:cubicBezTo>
                <a:cubicBezTo>
                  <a:pt x="224533" y="31522"/>
                  <a:pt x="223425" y="32449"/>
                  <a:pt x="222317" y="32264"/>
                </a:cubicBezTo>
                <a:lnTo>
                  <a:pt x="217517" y="32264"/>
                </a:lnTo>
                <a:lnTo>
                  <a:pt x="227671" y="65270"/>
                </a:lnTo>
                <a:lnTo>
                  <a:pt x="241888" y="23364"/>
                </a:lnTo>
                <a:cubicBezTo>
                  <a:pt x="242257" y="22251"/>
                  <a:pt x="243365" y="21509"/>
                  <a:pt x="244473" y="21509"/>
                </a:cubicBezTo>
                <a:lnTo>
                  <a:pt x="248719" y="21509"/>
                </a:lnTo>
                <a:cubicBezTo>
                  <a:pt x="249827" y="21509"/>
                  <a:pt x="250935" y="22251"/>
                  <a:pt x="251304" y="23364"/>
                </a:cubicBezTo>
                <a:lnTo>
                  <a:pt x="265705" y="65270"/>
                </a:lnTo>
                <a:lnTo>
                  <a:pt x="275860" y="32449"/>
                </a:lnTo>
                <a:lnTo>
                  <a:pt x="271059" y="32449"/>
                </a:lnTo>
                <a:cubicBezTo>
                  <a:pt x="270875" y="32449"/>
                  <a:pt x="270690" y="32449"/>
                  <a:pt x="270505" y="32449"/>
                </a:cubicBezTo>
                <a:cubicBezTo>
                  <a:pt x="269398" y="32264"/>
                  <a:pt x="268475" y="31152"/>
                  <a:pt x="268659" y="30039"/>
                </a:cubicBezTo>
                <a:lnTo>
                  <a:pt x="268659" y="23920"/>
                </a:lnTo>
                <a:cubicBezTo>
                  <a:pt x="268659" y="23735"/>
                  <a:pt x="268659" y="23549"/>
                  <a:pt x="268659" y="23364"/>
                </a:cubicBezTo>
                <a:cubicBezTo>
                  <a:pt x="268844" y="22066"/>
                  <a:pt x="269952" y="21324"/>
                  <a:pt x="271059" y="21509"/>
                </a:cubicBezTo>
                <a:lnTo>
                  <a:pt x="292292" y="21509"/>
                </a:lnTo>
                <a:cubicBezTo>
                  <a:pt x="292476" y="21509"/>
                  <a:pt x="292661" y="21509"/>
                  <a:pt x="292661" y="21695"/>
                </a:cubicBezTo>
                <a:cubicBezTo>
                  <a:pt x="293769" y="21695"/>
                  <a:pt x="294692" y="22807"/>
                  <a:pt x="294507" y="23920"/>
                </a:cubicBezTo>
                <a:lnTo>
                  <a:pt x="294507" y="30039"/>
                </a:lnTo>
                <a:cubicBezTo>
                  <a:pt x="294507" y="30039"/>
                  <a:pt x="294507" y="30224"/>
                  <a:pt x="294507" y="30410"/>
                </a:cubicBezTo>
                <a:cubicBezTo>
                  <a:pt x="294323" y="31522"/>
                  <a:pt x="293215" y="32449"/>
                  <a:pt x="292107" y="32264"/>
                </a:cubicBezTo>
                <a:lnTo>
                  <a:pt x="287122" y="32264"/>
                </a:lnTo>
                <a:lnTo>
                  <a:pt x="270136" y="81958"/>
                </a:lnTo>
                <a:cubicBezTo>
                  <a:pt x="269767" y="83071"/>
                  <a:pt x="268659" y="83812"/>
                  <a:pt x="267551" y="83812"/>
                </a:cubicBezTo>
                <a:lnTo>
                  <a:pt x="262935" y="83812"/>
                </a:lnTo>
                <a:cubicBezTo>
                  <a:pt x="261828" y="83812"/>
                  <a:pt x="260720" y="83071"/>
                  <a:pt x="260351" y="81958"/>
                </a:cubicBezTo>
                <a:lnTo>
                  <a:pt x="246319" y="41165"/>
                </a:lnTo>
                <a:lnTo>
                  <a:pt x="232287" y="81958"/>
                </a:lnTo>
                <a:cubicBezTo>
                  <a:pt x="231918" y="83071"/>
                  <a:pt x="230810" y="83812"/>
                  <a:pt x="229702" y="83812"/>
                </a:cubicBezTo>
                <a:lnTo>
                  <a:pt x="225086" y="83812"/>
                </a:lnTo>
                <a:cubicBezTo>
                  <a:pt x="223979" y="83812"/>
                  <a:pt x="222871" y="83071"/>
                  <a:pt x="222502" y="81958"/>
                </a:cubicBezTo>
                <a:lnTo>
                  <a:pt x="205700" y="32264"/>
                </a:lnTo>
                <a:lnTo>
                  <a:pt x="200715" y="32264"/>
                </a:lnTo>
                <a:cubicBezTo>
                  <a:pt x="200715" y="32264"/>
                  <a:pt x="200531" y="32264"/>
                  <a:pt x="200346" y="32264"/>
                </a:cubicBezTo>
                <a:cubicBezTo>
                  <a:pt x="199238" y="32079"/>
                  <a:pt x="198315" y="30966"/>
                  <a:pt x="198500" y="29854"/>
                </a:cubicBezTo>
                <a:lnTo>
                  <a:pt x="198500" y="23735"/>
                </a:lnTo>
                <a:cubicBezTo>
                  <a:pt x="198500" y="23735"/>
                  <a:pt x="198500" y="23549"/>
                  <a:pt x="198500" y="23364"/>
                </a:cubicBezTo>
                <a:cubicBezTo>
                  <a:pt x="198684" y="22251"/>
                  <a:pt x="199792" y="21324"/>
                  <a:pt x="200900" y="21509"/>
                </a:cubicBezTo>
                <a:close/>
                <a:moveTo>
                  <a:pt x="168959" y="20397"/>
                </a:moveTo>
                <a:cubicBezTo>
                  <a:pt x="169144" y="20397"/>
                  <a:pt x="169328" y="20397"/>
                  <a:pt x="169697" y="20583"/>
                </a:cubicBezTo>
                <a:cubicBezTo>
                  <a:pt x="187053" y="20954"/>
                  <a:pt x="200900" y="35231"/>
                  <a:pt x="200531" y="52661"/>
                </a:cubicBezTo>
                <a:cubicBezTo>
                  <a:pt x="200531" y="52847"/>
                  <a:pt x="200531" y="53032"/>
                  <a:pt x="200531" y="53217"/>
                </a:cubicBezTo>
                <a:cubicBezTo>
                  <a:pt x="200531" y="70648"/>
                  <a:pt x="186314" y="84925"/>
                  <a:pt x="168774" y="84925"/>
                </a:cubicBezTo>
                <a:cubicBezTo>
                  <a:pt x="168590" y="84925"/>
                  <a:pt x="168405" y="84925"/>
                  <a:pt x="168220" y="84925"/>
                </a:cubicBezTo>
                <a:cubicBezTo>
                  <a:pt x="150865" y="84554"/>
                  <a:pt x="137018" y="70277"/>
                  <a:pt x="137387" y="52847"/>
                </a:cubicBezTo>
                <a:cubicBezTo>
                  <a:pt x="137387" y="52476"/>
                  <a:pt x="137387" y="52290"/>
                  <a:pt x="137387" y="52105"/>
                </a:cubicBezTo>
                <a:cubicBezTo>
                  <a:pt x="137387" y="34675"/>
                  <a:pt x="151419" y="20397"/>
                  <a:pt x="168959" y="20397"/>
                </a:cubicBezTo>
                <a:close/>
                <a:moveTo>
                  <a:pt x="104892" y="20397"/>
                </a:moveTo>
                <a:cubicBezTo>
                  <a:pt x="120217" y="20397"/>
                  <a:pt x="130187" y="30595"/>
                  <a:pt x="130187" y="46356"/>
                </a:cubicBezTo>
                <a:lnTo>
                  <a:pt x="130187" y="72872"/>
                </a:lnTo>
                <a:lnTo>
                  <a:pt x="135172" y="72872"/>
                </a:lnTo>
                <a:cubicBezTo>
                  <a:pt x="135356" y="72872"/>
                  <a:pt x="135541" y="72872"/>
                  <a:pt x="135910" y="72872"/>
                </a:cubicBezTo>
                <a:cubicBezTo>
                  <a:pt x="137018" y="73058"/>
                  <a:pt x="137941" y="74170"/>
                  <a:pt x="137756" y="75283"/>
                </a:cubicBezTo>
                <a:lnTo>
                  <a:pt x="137756" y="81587"/>
                </a:lnTo>
                <a:cubicBezTo>
                  <a:pt x="137756" y="81773"/>
                  <a:pt x="137756" y="81958"/>
                  <a:pt x="137756" y="82143"/>
                </a:cubicBezTo>
                <a:cubicBezTo>
                  <a:pt x="137572" y="83256"/>
                  <a:pt x="136464" y="84183"/>
                  <a:pt x="135356" y="83998"/>
                </a:cubicBezTo>
                <a:lnTo>
                  <a:pt x="114678" y="83998"/>
                </a:lnTo>
                <a:cubicBezTo>
                  <a:pt x="114493" y="83998"/>
                  <a:pt x="114308" y="83998"/>
                  <a:pt x="114124" y="83998"/>
                </a:cubicBezTo>
                <a:cubicBezTo>
                  <a:pt x="113016" y="83812"/>
                  <a:pt x="112093" y="82700"/>
                  <a:pt x="112277" y="81587"/>
                </a:cubicBezTo>
                <a:lnTo>
                  <a:pt x="112277" y="75468"/>
                </a:lnTo>
                <a:cubicBezTo>
                  <a:pt x="112277" y="75283"/>
                  <a:pt x="112277" y="75097"/>
                  <a:pt x="112277" y="74912"/>
                </a:cubicBezTo>
                <a:cubicBezTo>
                  <a:pt x="112277" y="73614"/>
                  <a:pt x="113385" y="72687"/>
                  <a:pt x="114493" y="72872"/>
                </a:cubicBezTo>
                <a:lnTo>
                  <a:pt x="119478" y="72872"/>
                </a:lnTo>
                <a:lnTo>
                  <a:pt x="119478" y="47469"/>
                </a:lnTo>
                <a:cubicBezTo>
                  <a:pt x="119478" y="36900"/>
                  <a:pt x="114124" y="30781"/>
                  <a:pt x="104338" y="30781"/>
                </a:cubicBezTo>
                <a:cubicBezTo>
                  <a:pt x="94553" y="30781"/>
                  <a:pt x="87537" y="38012"/>
                  <a:pt x="87537" y="48211"/>
                </a:cubicBezTo>
                <a:lnTo>
                  <a:pt x="87537" y="72872"/>
                </a:lnTo>
                <a:lnTo>
                  <a:pt x="92337" y="72872"/>
                </a:lnTo>
                <a:cubicBezTo>
                  <a:pt x="92522" y="72872"/>
                  <a:pt x="92707" y="72872"/>
                  <a:pt x="92891" y="72872"/>
                </a:cubicBezTo>
                <a:cubicBezTo>
                  <a:pt x="93999" y="73058"/>
                  <a:pt x="94922" y="74170"/>
                  <a:pt x="94738" y="75283"/>
                </a:cubicBezTo>
                <a:lnTo>
                  <a:pt x="94738" y="81587"/>
                </a:lnTo>
                <a:cubicBezTo>
                  <a:pt x="94738" y="81587"/>
                  <a:pt x="94738" y="81773"/>
                  <a:pt x="94738" y="81958"/>
                </a:cubicBezTo>
                <a:cubicBezTo>
                  <a:pt x="94553" y="83070"/>
                  <a:pt x="93445" y="83998"/>
                  <a:pt x="92337" y="83812"/>
                </a:cubicBezTo>
                <a:lnTo>
                  <a:pt x="71659" y="83812"/>
                </a:lnTo>
                <a:cubicBezTo>
                  <a:pt x="71474" y="83812"/>
                  <a:pt x="71474" y="83812"/>
                  <a:pt x="71290" y="83812"/>
                </a:cubicBezTo>
                <a:cubicBezTo>
                  <a:pt x="69997" y="83812"/>
                  <a:pt x="69259" y="82700"/>
                  <a:pt x="69259" y="81587"/>
                </a:cubicBezTo>
                <a:lnTo>
                  <a:pt x="69259" y="75468"/>
                </a:lnTo>
                <a:cubicBezTo>
                  <a:pt x="69259" y="75283"/>
                  <a:pt x="69259" y="75097"/>
                  <a:pt x="69259" y="74912"/>
                </a:cubicBezTo>
                <a:cubicBezTo>
                  <a:pt x="69443" y="73799"/>
                  <a:pt x="70551" y="72872"/>
                  <a:pt x="71659" y="73058"/>
                </a:cubicBezTo>
                <a:lnTo>
                  <a:pt x="76644" y="73058"/>
                </a:lnTo>
                <a:lnTo>
                  <a:pt x="76644" y="32635"/>
                </a:lnTo>
                <a:lnTo>
                  <a:pt x="71659" y="32635"/>
                </a:lnTo>
                <a:cubicBezTo>
                  <a:pt x="71474" y="32635"/>
                  <a:pt x="71290" y="32635"/>
                  <a:pt x="71105" y="32635"/>
                </a:cubicBezTo>
                <a:cubicBezTo>
                  <a:pt x="69997" y="32450"/>
                  <a:pt x="69074" y="31337"/>
                  <a:pt x="69259" y="30225"/>
                </a:cubicBezTo>
                <a:lnTo>
                  <a:pt x="69259" y="24105"/>
                </a:lnTo>
                <a:cubicBezTo>
                  <a:pt x="69259" y="23920"/>
                  <a:pt x="69259" y="23735"/>
                  <a:pt x="69259" y="23549"/>
                </a:cubicBezTo>
                <a:cubicBezTo>
                  <a:pt x="69443" y="22251"/>
                  <a:pt x="70551" y="21510"/>
                  <a:pt x="71659" y="21695"/>
                </a:cubicBezTo>
                <a:lnTo>
                  <a:pt x="84952" y="21695"/>
                </a:lnTo>
                <a:cubicBezTo>
                  <a:pt x="85137" y="21695"/>
                  <a:pt x="85321" y="21695"/>
                  <a:pt x="85506" y="21695"/>
                </a:cubicBezTo>
                <a:cubicBezTo>
                  <a:pt x="86614" y="21695"/>
                  <a:pt x="87537" y="22808"/>
                  <a:pt x="87352" y="23920"/>
                </a:cubicBezTo>
                <a:lnTo>
                  <a:pt x="87352" y="26887"/>
                </a:lnTo>
                <a:cubicBezTo>
                  <a:pt x="92153" y="22437"/>
                  <a:pt x="98430" y="20212"/>
                  <a:pt x="104892" y="20397"/>
                </a:cubicBezTo>
                <a:close/>
                <a:moveTo>
                  <a:pt x="337711" y="6490"/>
                </a:moveTo>
                <a:lnTo>
                  <a:pt x="343989" y="6490"/>
                </a:lnTo>
                <a:cubicBezTo>
                  <a:pt x="344173" y="6490"/>
                  <a:pt x="344358" y="6490"/>
                  <a:pt x="344543" y="6490"/>
                </a:cubicBezTo>
                <a:cubicBezTo>
                  <a:pt x="345835" y="6675"/>
                  <a:pt x="346573" y="7788"/>
                  <a:pt x="346389" y="8900"/>
                </a:cubicBezTo>
                <a:lnTo>
                  <a:pt x="346389" y="21695"/>
                </a:lnTo>
                <a:lnTo>
                  <a:pt x="360790" y="21695"/>
                </a:lnTo>
                <a:cubicBezTo>
                  <a:pt x="360790" y="21695"/>
                  <a:pt x="360974" y="21695"/>
                  <a:pt x="361159" y="21695"/>
                </a:cubicBezTo>
                <a:cubicBezTo>
                  <a:pt x="362267" y="21695"/>
                  <a:pt x="363190" y="22808"/>
                  <a:pt x="363006" y="23920"/>
                </a:cubicBezTo>
                <a:lnTo>
                  <a:pt x="363006" y="30039"/>
                </a:lnTo>
                <a:cubicBezTo>
                  <a:pt x="363006" y="30225"/>
                  <a:pt x="363006" y="30410"/>
                  <a:pt x="363006" y="30595"/>
                </a:cubicBezTo>
                <a:cubicBezTo>
                  <a:pt x="362821" y="31708"/>
                  <a:pt x="361713" y="32635"/>
                  <a:pt x="360605" y="32450"/>
                </a:cubicBezTo>
                <a:lnTo>
                  <a:pt x="346204" y="32450"/>
                </a:lnTo>
                <a:lnTo>
                  <a:pt x="346204" y="65826"/>
                </a:lnTo>
                <a:cubicBezTo>
                  <a:pt x="346204" y="71760"/>
                  <a:pt x="348789" y="74171"/>
                  <a:pt x="354697" y="74171"/>
                </a:cubicBezTo>
                <a:cubicBezTo>
                  <a:pt x="358944" y="73985"/>
                  <a:pt x="362267" y="70277"/>
                  <a:pt x="362082" y="66012"/>
                </a:cubicBezTo>
                <a:lnTo>
                  <a:pt x="362082" y="54515"/>
                </a:lnTo>
                <a:cubicBezTo>
                  <a:pt x="362082" y="54330"/>
                  <a:pt x="362082" y="54144"/>
                  <a:pt x="362082" y="53959"/>
                </a:cubicBezTo>
                <a:cubicBezTo>
                  <a:pt x="362267" y="52847"/>
                  <a:pt x="363375" y="51919"/>
                  <a:pt x="364483" y="52105"/>
                </a:cubicBezTo>
                <a:lnTo>
                  <a:pt x="370391" y="52105"/>
                </a:lnTo>
                <a:cubicBezTo>
                  <a:pt x="370760" y="52105"/>
                  <a:pt x="370945" y="52105"/>
                  <a:pt x="371129" y="52290"/>
                </a:cubicBezTo>
                <a:cubicBezTo>
                  <a:pt x="372237" y="52476"/>
                  <a:pt x="373160" y="53588"/>
                  <a:pt x="372976" y="54701"/>
                </a:cubicBezTo>
                <a:lnTo>
                  <a:pt x="372976" y="67124"/>
                </a:lnTo>
                <a:cubicBezTo>
                  <a:pt x="372976" y="77879"/>
                  <a:pt x="365590" y="84925"/>
                  <a:pt x="353959" y="84925"/>
                </a:cubicBezTo>
                <a:cubicBezTo>
                  <a:pt x="342696" y="84925"/>
                  <a:pt x="335496" y="77694"/>
                  <a:pt x="335496" y="66568"/>
                </a:cubicBezTo>
                <a:lnTo>
                  <a:pt x="335496" y="32635"/>
                </a:lnTo>
                <a:lnTo>
                  <a:pt x="328849" y="32635"/>
                </a:lnTo>
                <a:cubicBezTo>
                  <a:pt x="328664" y="32635"/>
                  <a:pt x="328480" y="32635"/>
                  <a:pt x="328295" y="32635"/>
                </a:cubicBezTo>
                <a:cubicBezTo>
                  <a:pt x="327187" y="32450"/>
                  <a:pt x="326264" y="31337"/>
                  <a:pt x="326449" y="30225"/>
                </a:cubicBezTo>
                <a:lnTo>
                  <a:pt x="326449" y="24105"/>
                </a:lnTo>
                <a:cubicBezTo>
                  <a:pt x="326449" y="23920"/>
                  <a:pt x="326449" y="23920"/>
                  <a:pt x="326449" y="23735"/>
                </a:cubicBezTo>
                <a:cubicBezTo>
                  <a:pt x="326449" y="22622"/>
                  <a:pt x="327557" y="21695"/>
                  <a:pt x="328664" y="21880"/>
                </a:cubicBezTo>
                <a:lnTo>
                  <a:pt x="335311" y="21880"/>
                </a:lnTo>
                <a:lnTo>
                  <a:pt x="335311" y="8900"/>
                </a:lnTo>
                <a:cubicBezTo>
                  <a:pt x="335311" y="8715"/>
                  <a:pt x="335311" y="8530"/>
                  <a:pt x="335311" y="8344"/>
                </a:cubicBezTo>
                <a:cubicBezTo>
                  <a:pt x="335496" y="7232"/>
                  <a:pt x="336603" y="6304"/>
                  <a:pt x="337711" y="6490"/>
                </a:cubicBezTo>
                <a:close/>
                <a:moveTo>
                  <a:pt x="2423" y="6305"/>
                </a:moveTo>
                <a:lnTo>
                  <a:pt x="16085" y="6305"/>
                </a:lnTo>
                <a:cubicBezTo>
                  <a:pt x="16270" y="6305"/>
                  <a:pt x="16455" y="6305"/>
                  <a:pt x="16640" y="6305"/>
                </a:cubicBezTo>
                <a:cubicBezTo>
                  <a:pt x="17747" y="6490"/>
                  <a:pt x="18670" y="7603"/>
                  <a:pt x="18486" y="8715"/>
                </a:cubicBezTo>
                <a:lnTo>
                  <a:pt x="18486" y="53774"/>
                </a:lnTo>
                <a:lnTo>
                  <a:pt x="46919" y="25033"/>
                </a:lnTo>
                <a:cubicBezTo>
                  <a:pt x="50058" y="21881"/>
                  <a:pt x="50427" y="21510"/>
                  <a:pt x="53196" y="21510"/>
                </a:cubicBezTo>
                <a:lnTo>
                  <a:pt x="62059" y="21510"/>
                </a:lnTo>
                <a:cubicBezTo>
                  <a:pt x="62243" y="21510"/>
                  <a:pt x="62428" y="21510"/>
                  <a:pt x="62243" y="21324"/>
                </a:cubicBezTo>
                <a:cubicBezTo>
                  <a:pt x="63536" y="21510"/>
                  <a:pt x="64274" y="22622"/>
                  <a:pt x="64090" y="23735"/>
                </a:cubicBezTo>
                <a:lnTo>
                  <a:pt x="64090" y="30040"/>
                </a:lnTo>
                <a:cubicBezTo>
                  <a:pt x="64090" y="30040"/>
                  <a:pt x="64090" y="30225"/>
                  <a:pt x="64090" y="30410"/>
                </a:cubicBezTo>
                <a:cubicBezTo>
                  <a:pt x="63905" y="31523"/>
                  <a:pt x="62982" y="32450"/>
                  <a:pt x="61874" y="32265"/>
                </a:cubicBezTo>
                <a:lnTo>
                  <a:pt x="53566" y="32265"/>
                </a:lnTo>
                <a:lnTo>
                  <a:pt x="36580" y="49695"/>
                </a:lnTo>
                <a:lnTo>
                  <a:pt x="55228" y="72873"/>
                </a:lnTo>
                <a:lnTo>
                  <a:pt x="61874" y="72873"/>
                </a:lnTo>
                <a:cubicBezTo>
                  <a:pt x="62059" y="72873"/>
                  <a:pt x="62243" y="72873"/>
                  <a:pt x="62428" y="72873"/>
                </a:cubicBezTo>
                <a:cubicBezTo>
                  <a:pt x="63536" y="73058"/>
                  <a:pt x="64459" y="74171"/>
                  <a:pt x="64274" y="75283"/>
                </a:cubicBezTo>
                <a:lnTo>
                  <a:pt x="64274" y="81032"/>
                </a:lnTo>
                <a:cubicBezTo>
                  <a:pt x="64274" y="81217"/>
                  <a:pt x="64274" y="81402"/>
                  <a:pt x="64274" y="81588"/>
                </a:cubicBezTo>
                <a:cubicBezTo>
                  <a:pt x="64274" y="82700"/>
                  <a:pt x="63167" y="83627"/>
                  <a:pt x="62059" y="83442"/>
                </a:cubicBezTo>
                <a:lnTo>
                  <a:pt x="53935" y="83442"/>
                </a:lnTo>
                <a:cubicBezTo>
                  <a:pt x="50242" y="83442"/>
                  <a:pt x="50242" y="83442"/>
                  <a:pt x="47842" y="80290"/>
                </a:cubicBezTo>
                <a:lnTo>
                  <a:pt x="29010" y="57297"/>
                </a:lnTo>
                <a:lnTo>
                  <a:pt x="18301" y="68237"/>
                </a:lnTo>
                <a:lnTo>
                  <a:pt x="18301" y="72873"/>
                </a:lnTo>
                <a:lnTo>
                  <a:pt x="23102" y="72873"/>
                </a:lnTo>
                <a:cubicBezTo>
                  <a:pt x="23286" y="72873"/>
                  <a:pt x="23471" y="72873"/>
                  <a:pt x="23655" y="72873"/>
                </a:cubicBezTo>
                <a:cubicBezTo>
                  <a:pt x="24763" y="73058"/>
                  <a:pt x="25686" y="74171"/>
                  <a:pt x="25502" y="75283"/>
                </a:cubicBezTo>
                <a:lnTo>
                  <a:pt x="25502" y="81588"/>
                </a:lnTo>
                <a:cubicBezTo>
                  <a:pt x="25502" y="81773"/>
                  <a:pt x="25502" y="81959"/>
                  <a:pt x="25502" y="82144"/>
                </a:cubicBezTo>
                <a:cubicBezTo>
                  <a:pt x="25317" y="83257"/>
                  <a:pt x="24209" y="83998"/>
                  <a:pt x="23102" y="83813"/>
                </a:cubicBezTo>
                <a:lnTo>
                  <a:pt x="2423" y="83813"/>
                </a:lnTo>
                <a:cubicBezTo>
                  <a:pt x="2238" y="83813"/>
                  <a:pt x="2054" y="83813"/>
                  <a:pt x="1869" y="83813"/>
                </a:cubicBezTo>
                <a:cubicBezTo>
                  <a:pt x="761" y="83627"/>
                  <a:pt x="-162" y="82515"/>
                  <a:pt x="23" y="81402"/>
                </a:cubicBezTo>
                <a:lnTo>
                  <a:pt x="23" y="75283"/>
                </a:lnTo>
                <a:cubicBezTo>
                  <a:pt x="23" y="75098"/>
                  <a:pt x="23" y="74913"/>
                  <a:pt x="23" y="74727"/>
                </a:cubicBezTo>
                <a:cubicBezTo>
                  <a:pt x="207" y="73614"/>
                  <a:pt x="1315" y="72687"/>
                  <a:pt x="2423" y="72873"/>
                </a:cubicBezTo>
                <a:lnTo>
                  <a:pt x="7408" y="72873"/>
                </a:lnTo>
                <a:lnTo>
                  <a:pt x="7408" y="17245"/>
                </a:lnTo>
                <a:lnTo>
                  <a:pt x="2423" y="17245"/>
                </a:lnTo>
                <a:cubicBezTo>
                  <a:pt x="2238" y="17245"/>
                  <a:pt x="2054" y="17245"/>
                  <a:pt x="1869" y="17245"/>
                </a:cubicBezTo>
                <a:cubicBezTo>
                  <a:pt x="761" y="17060"/>
                  <a:pt x="-162" y="15947"/>
                  <a:pt x="23" y="14835"/>
                </a:cubicBezTo>
                <a:lnTo>
                  <a:pt x="23" y="8715"/>
                </a:lnTo>
                <a:cubicBezTo>
                  <a:pt x="23" y="8530"/>
                  <a:pt x="23" y="8345"/>
                  <a:pt x="23" y="8159"/>
                </a:cubicBezTo>
                <a:cubicBezTo>
                  <a:pt x="207" y="7047"/>
                  <a:pt x="1315" y="6119"/>
                  <a:pt x="2423" y="6305"/>
                </a:cubicBezTo>
                <a:close/>
                <a:moveTo>
                  <a:pt x="311678" y="0"/>
                </a:moveTo>
                <a:cubicBezTo>
                  <a:pt x="315556" y="0"/>
                  <a:pt x="318510" y="2966"/>
                  <a:pt x="318510" y="6861"/>
                </a:cubicBezTo>
                <a:cubicBezTo>
                  <a:pt x="318510" y="10755"/>
                  <a:pt x="315556" y="13721"/>
                  <a:pt x="311678" y="13721"/>
                </a:cubicBezTo>
                <a:cubicBezTo>
                  <a:pt x="307986" y="13721"/>
                  <a:pt x="304847" y="10569"/>
                  <a:pt x="304847" y="6861"/>
                </a:cubicBezTo>
                <a:cubicBezTo>
                  <a:pt x="304847" y="2966"/>
                  <a:pt x="307801" y="0"/>
                  <a:pt x="311678" y="0"/>
                </a:cubicBezTo>
                <a:close/>
              </a:path>
            </a:pathLst>
          </a:custGeom>
          <a:solidFill>
            <a:schemeClr val="tx2"/>
          </a:solidFill>
          <a:ln w="948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b-NO"/>
          </a:p>
        </p:txBody>
      </p:sp>
      <p:grpSp>
        <p:nvGrpSpPr>
          <p:cNvPr id="17" name="Colours">
            <a:extLst>
              <a:ext uri="{FF2B5EF4-FFF2-40B4-BE49-F238E27FC236}">
                <a16:creationId xmlns:a16="http://schemas.microsoft.com/office/drawing/2014/main" id="{B98EFBB8-1754-F593-1FFC-E9C3518E0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58986" y="-555695"/>
            <a:ext cx="1229252" cy="411296"/>
            <a:chOff x="7838965" y="-522047"/>
            <a:chExt cx="1229252" cy="411296"/>
          </a:xfrm>
        </p:grpSpPr>
        <p:sp>
          <p:nvSpPr>
            <p:cNvPr id="18" name="Avrundet rektangel 35">
              <a:extLst>
                <a:ext uri="{FF2B5EF4-FFF2-40B4-BE49-F238E27FC236}">
                  <a16:creationId xmlns:a16="http://schemas.microsoft.com/office/drawing/2014/main" id="{1305FE29-838B-AFF8-9707-274CCAE103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838965" y="-522047"/>
              <a:ext cx="1229252" cy="4112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19" name="Avrundet rektangel 34">
              <a:extLst>
                <a:ext uri="{FF2B5EF4-FFF2-40B4-BE49-F238E27FC236}">
                  <a16:creationId xmlns:a16="http://schemas.microsoft.com/office/drawing/2014/main" id="{4CF2B184-BBDF-6DEF-40CD-96E119636D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23266" y="-522047"/>
              <a:ext cx="644951" cy="41129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20" name="Ellipse 32">
              <a:extLst>
                <a:ext uri="{FF2B5EF4-FFF2-40B4-BE49-F238E27FC236}">
                  <a16:creationId xmlns:a16="http://schemas.microsoft.com/office/drawing/2014/main" id="{5819C885-C449-990A-9F57-045247C9AC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17724" y="-458902"/>
              <a:ext cx="285007" cy="28500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  <p:sp>
          <p:nvSpPr>
            <p:cNvPr id="37" name="Ellipse 33">
              <a:extLst>
                <a:ext uri="{FF2B5EF4-FFF2-40B4-BE49-F238E27FC236}">
                  <a16:creationId xmlns:a16="http://schemas.microsoft.com/office/drawing/2014/main" id="{0325AD4D-8479-02EB-813C-F98CF01F0E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7305" y="-458902"/>
              <a:ext cx="285007" cy="28500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GB" sz="12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2730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55" r:id="rId2"/>
    <p:sldLayoutId id="2147483766" r:id="rId3"/>
    <p:sldLayoutId id="2147483712" r:id="rId4"/>
    <p:sldLayoutId id="2147483763" r:id="rId5"/>
    <p:sldLayoutId id="2147483743" r:id="rId6"/>
    <p:sldLayoutId id="2147483786" r:id="rId7"/>
    <p:sldLayoutId id="2147483768" r:id="rId8"/>
    <p:sldLayoutId id="2147483737" r:id="rId9"/>
    <p:sldLayoutId id="2147483706" r:id="rId10"/>
    <p:sldLayoutId id="2147483707" r:id="rId11"/>
    <p:sldLayoutId id="2147483767" r:id="rId12"/>
    <p:sldLayoutId id="2147483724" r:id="rId13"/>
    <p:sldLayoutId id="2147483726" r:id="rId14"/>
    <p:sldLayoutId id="2147483727" r:id="rId15"/>
    <p:sldLayoutId id="2147483725" r:id="rId16"/>
    <p:sldLayoutId id="2147483760" r:id="rId17"/>
    <p:sldLayoutId id="2147483764" r:id="rId18"/>
    <p:sldLayoutId id="2147483781" r:id="rId19"/>
    <p:sldLayoutId id="2147483713" r:id="rId20"/>
    <p:sldLayoutId id="2147483785" r:id="rId21"/>
    <p:sldLayoutId id="2147483715" r:id="rId22"/>
    <p:sldLayoutId id="2147483718" r:id="rId23"/>
    <p:sldLayoutId id="2147483778" r:id="rId24"/>
    <p:sldLayoutId id="2147483780" r:id="rId25"/>
    <p:sldLayoutId id="2147483772" r:id="rId26"/>
    <p:sldLayoutId id="2147483784" r:id="rId27"/>
    <p:sldLayoutId id="2147483739" r:id="rId28"/>
    <p:sldLayoutId id="2147483740" r:id="rId29"/>
    <p:sldLayoutId id="2147483756" r:id="rId30"/>
    <p:sldLayoutId id="2147483761" r:id="rId31"/>
    <p:sldLayoutId id="2147483769" r:id="rId32"/>
    <p:sldLayoutId id="2147483728" r:id="rId33"/>
    <p:sldLayoutId id="2147483730" r:id="rId34"/>
    <p:sldLayoutId id="2147483762" r:id="rId35"/>
    <p:sldLayoutId id="2147483773" r:id="rId36"/>
    <p:sldLayoutId id="2147483783" r:id="rId37"/>
    <p:sldLayoutId id="2147483774" r:id="rId38"/>
    <p:sldLayoutId id="2147483782" r:id="rId39"/>
    <p:sldLayoutId id="2147483787" r:id="rId40"/>
  </p:sldLayoutIdLst>
  <p:hf sldNum="0" hdr="0" ftr="0" dt="0"/>
  <p:txStyles>
    <p:titleStyle>
      <a:lvl1pPr algn="l" defTabSz="864006" rtl="0" eaLnBrk="1" latinLnBrk="0" hangingPunct="1">
        <a:lnSpc>
          <a:spcPct val="95000"/>
        </a:lnSpc>
        <a:spcBef>
          <a:spcPct val="0"/>
        </a:spcBef>
        <a:buNone/>
        <a:defRPr sz="4000" b="0" i="0" kern="1200">
          <a:solidFill>
            <a:schemeClr val="tx2"/>
          </a:solidFill>
          <a:latin typeface="+mj-lt"/>
          <a:ea typeface="+mj-ea"/>
          <a:cs typeface="Bagoss Standard Light" panose="020B0304060102020204" pitchFamily="34" charset="77"/>
        </a:defRPr>
      </a:lvl1pPr>
    </p:titleStyle>
    <p:bodyStyle>
      <a:lvl1pPr marL="215900" indent="-215900" algn="l" defTabSz="864006" rtl="0" eaLnBrk="1" latinLnBrk="0" hangingPunct="1">
        <a:lnSpc>
          <a:spcPct val="105000"/>
        </a:lnSpc>
        <a:spcBef>
          <a:spcPts val="1200"/>
        </a:spcBef>
        <a:buSzPct val="100000"/>
        <a:buFontTx/>
        <a:buBlip>
          <a:blip r:embed="rId43"/>
        </a:buBlip>
        <a:tabLst/>
        <a:defRPr sz="18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1pPr>
      <a:lvl2pPr marL="387450" indent="-171450" algn="l" defTabSz="864006" rtl="0" eaLnBrk="1" latinLnBrk="0" hangingPunct="1">
        <a:lnSpc>
          <a:spcPct val="105000"/>
        </a:lnSpc>
        <a:spcBef>
          <a:spcPts val="6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2pPr>
      <a:lvl3pPr marL="531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3pPr>
      <a:lvl4pPr marL="675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4pPr>
      <a:lvl5pPr marL="819450" indent="-171450" algn="l" defTabSz="864006" rtl="0" eaLnBrk="1" latinLnBrk="0" hangingPunct="1">
        <a:lnSpc>
          <a:spcPct val="105000"/>
        </a:lnSpc>
        <a:spcBef>
          <a:spcPts val="400"/>
        </a:spcBef>
        <a:buSzPct val="100000"/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Bagoss Standard Light" panose="020B0304060102020204" pitchFamily="34" charset="77"/>
        </a:defRPr>
      </a:lvl5pPr>
      <a:lvl6pPr marL="2376016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20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22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25" indent="-216001" algn="l" defTabSz="864006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3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6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9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11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14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18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21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24" algn="l" defTabSz="86400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orient="horz" pos="720" userDrawn="1">
          <p15:clr>
            <a:srgbClr val="A4A3A4"/>
          </p15:clr>
        </p15:guide>
        <p15:guide id="27" pos="3697" userDrawn="1">
          <p15:clr>
            <a:srgbClr val="A4A3A4"/>
          </p15:clr>
        </p15:guide>
        <p15:guide id="28" pos="3560" userDrawn="1">
          <p15:clr>
            <a:srgbClr val="A4A3A4"/>
          </p15:clr>
        </p15:guide>
        <p15:guide id="29" pos="4717" userDrawn="1">
          <p15:clr>
            <a:srgbClr val="A4A3A4"/>
          </p15:clr>
        </p15:guide>
        <p15:guide id="30" pos="2540" userDrawn="1">
          <p15:clr>
            <a:srgbClr val="A4A3A4"/>
          </p15:clr>
        </p15:guide>
        <p15:guide id="31" pos="2404" userDrawn="1">
          <p15:clr>
            <a:srgbClr val="A4A3A4"/>
          </p15:clr>
        </p15:guide>
        <p15:guide id="32" pos="1383" userDrawn="1">
          <p15:clr>
            <a:srgbClr val="A4A3A4"/>
          </p15:clr>
        </p15:guide>
        <p15:guide id="33" pos="4853" userDrawn="1">
          <p15:clr>
            <a:srgbClr val="A4A3A4"/>
          </p15:clr>
        </p15:guide>
        <p15:guide id="34" pos="227" userDrawn="1">
          <p15:clr>
            <a:srgbClr val="F26B43"/>
          </p15:clr>
        </p15:guide>
        <p15:guide id="35" pos="7030" userDrawn="1">
          <p15:clr>
            <a:srgbClr val="F26B43"/>
          </p15:clr>
        </p15:guide>
        <p15:guide id="36" pos="5874" userDrawn="1">
          <p15:clr>
            <a:srgbClr val="A4A3A4"/>
          </p15:clr>
        </p15:guide>
        <p15:guide id="37" pos="6010" userDrawn="1">
          <p15:clr>
            <a:srgbClr val="A4A3A4"/>
          </p15:clr>
        </p15:guide>
        <p15:guide id="38" pos="1247" userDrawn="1">
          <p15:clr>
            <a:srgbClr val="A4A3A4"/>
          </p15:clr>
        </p15:guide>
        <p15:guide id="39" orient="horz" pos="232" userDrawn="1">
          <p15:clr>
            <a:srgbClr val="F26B43"/>
          </p15:clr>
        </p15:guide>
        <p15:guide id="41" orient="horz" pos="1973" userDrawn="1">
          <p15:clr>
            <a:srgbClr val="A4A3A4"/>
          </p15:clr>
        </p15:guide>
        <p15:guide id="42" orient="horz" pos="2109" userDrawn="1">
          <p15:clr>
            <a:srgbClr val="A4A3A4"/>
          </p15:clr>
        </p15:guide>
        <p15:guide id="43" orient="horz" pos="2598" userDrawn="1">
          <p15:clr>
            <a:srgbClr val="A4A3A4"/>
          </p15:clr>
        </p15:guide>
        <p15:guide id="44" orient="horz" pos="2734" userDrawn="1">
          <p15:clr>
            <a:srgbClr val="A4A3A4"/>
          </p15:clr>
        </p15:guide>
        <p15:guide id="45" orient="horz" pos="3226" userDrawn="1">
          <p15:clr>
            <a:srgbClr val="A4A3A4"/>
          </p15:clr>
        </p15:guide>
        <p15:guide id="46" orient="horz" pos="3362" userDrawn="1">
          <p15:clr>
            <a:srgbClr val="A4A3A4"/>
          </p15:clr>
        </p15:guide>
        <p15:guide id="47" orient="horz" pos="3850" userDrawn="1">
          <p15:clr>
            <a:srgbClr val="F26B43"/>
          </p15:clr>
        </p15:guide>
        <p15:guide id="48" orient="horz" pos="1482" userDrawn="1">
          <p15:clr>
            <a:srgbClr val="A4A3A4"/>
          </p15:clr>
        </p15:guide>
        <p15:guide id="49" orient="horz" pos="1346" userDrawn="1">
          <p15:clr>
            <a:srgbClr val="A4A3A4"/>
          </p15:clr>
        </p15:guide>
        <p15:guide id="50" orient="horz" pos="856" userDrawn="1">
          <p15:clr>
            <a:srgbClr val="A4A3A4"/>
          </p15:clr>
        </p15:guide>
        <p15:guide id="53" orient="horz" pos="992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.svg"/><Relationship Id="rId21" Type="http://schemas.openxmlformats.org/officeDocument/2006/relationships/image" Target="../media/image48.svg"/><Relationship Id="rId42" Type="http://schemas.openxmlformats.org/officeDocument/2006/relationships/image" Target="../media/image69.svg"/><Relationship Id="rId47" Type="http://schemas.openxmlformats.org/officeDocument/2006/relationships/image" Target="../media/image74.svg"/><Relationship Id="rId63" Type="http://schemas.openxmlformats.org/officeDocument/2006/relationships/image" Target="../media/image90.svg"/><Relationship Id="rId68" Type="http://schemas.openxmlformats.org/officeDocument/2006/relationships/image" Target="../media/image95.svg"/><Relationship Id="rId16" Type="http://schemas.openxmlformats.org/officeDocument/2006/relationships/image" Target="../media/image43.svg"/><Relationship Id="rId11" Type="http://schemas.openxmlformats.org/officeDocument/2006/relationships/image" Target="../media/image38.svg"/><Relationship Id="rId24" Type="http://schemas.openxmlformats.org/officeDocument/2006/relationships/image" Target="../media/image51.svg"/><Relationship Id="rId32" Type="http://schemas.openxmlformats.org/officeDocument/2006/relationships/image" Target="../media/image59.svg"/><Relationship Id="rId37" Type="http://schemas.openxmlformats.org/officeDocument/2006/relationships/image" Target="../media/image64.svg"/><Relationship Id="rId40" Type="http://schemas.openxmlformats.org/officeDocument/2006/relationships/image" Target="../media/image67.svg"/><Relationship Id="rId45" Type="http://schemas.openxmlformats.org/officeDocument/2006/relationships/image" Target="../media/image72.svg"/><Relationship Id="rId53" Type="http://schemas.openxmlformats.org/officeDocument/2006/relationships/image" Target="../media/image80.svg"/><Relationship Id="rId58" Type="http://schemas.openxmlformats.org/officeDocument/2006/relationships/image" Target="../media/image85.svg"/><Relationship Id="rId66" Type="http://schemas.openxmlformats.org/officeDocument/2006/relationships/image" Target="../media/image93.svg"/><Relationship Id="rId74" Type="http://schemas.openxmlformats.org/officeDocument/2006/relationships/image" Target="../media/image100.svg"/><Relationship Id="rId79" Type="http://schemas.openxmlformats.org/officeDocument/2006/relationships/image" Target="../media/image105.svg"/><Relationship Id="rId5" Type="http://schemas.openxmlformats.org/officeDocument/2006/relationships/image" Target="../media/image32.svg"/><Relationship Id="rId61" Type="http://schemas.openxmlformats.org/officeDocument/2006/relationships/image" Target="../media/image88.svg"/><Relationship Id="rId19" Type="http://schemas.openxmlformats.org/officeDocument/2006/relationships/image" Target="../media/image46.svg"/><Relationship Id="rId14" Type="http://schemas.openxmlformats.org/officeDocument/2006/relationships/image" Target="../media/image41.svg"/><Relationship Id="rId22" Type="http://schemas.openxmlformats.org/officeDocument/2006/relationships/image" Target="../media/image49.svg"/><Relationship Id="rId27" Type="http://schemas.openxmlformats.org/officeDocument/2006/relationships/image" Target="../media/image54.svg"/><Relationship Id="rId30" Type="http://schemas.openxmlformats.org/officeDocument/2006/relationships/image" Target="../media/image57.svg"/><Relationship Id="rId35" Type="http://schemas.openxmlformats.org/officeDocument/2006/relationships/image" Target="../media/image62.svg"/><Relationship Id="rId43" Type="http://schemas.openxmlformats.org/officeDocument/2006/relationships/image" Target="../media/image70.svg"/><Relationship Id="rId48" Type="http://schemas.openxmlformats.org/officeDocument/2006/relationships/image" Target="../media/image75.svg"/><Relationship Id="rId56" Type="http://schemas.openxmlformats.org/officeDocument/2006/relationships/image" Target="../media/image83.svg"/><Relationship Id="rId64" Type="http://schemas.openxmlformats.org/officeDocument/2006/relationships/image" Target="../media/image91.svg"/><Relationship Id="rId69" Type="http://schemas.openxmlformats.org/officeDocument/2006/relationships/image" Target="../media/image96.svg"/><Relationship Id="rId77" Type="http://schemas.openxmlformats.org/officeDocument/2006/relationships/image" Target="../media/image103.svg"/><Relationship Id="rId8" Type="http://schemas.openxmlformats.org/officeDocument/2006/relationships/image" Target="../media/image35.svg"/><Relationship Id="rId51" Type="http://schemas.openxmlformats.org/officeDocument/2006/relationships/image" Target="../media/image78.svg"/><Relationship Id="rId72" Type="http://schemas.openxmlformats.org/officeDocument/2006/relationships/image" Target="../media/image98.svg"/><Relationship Id="rId80" Type="http://schemas.openxmlformats.org/officeDocument/2006/relationships/hyperlink" Target="https://tinyurl.com/8hdpav8f" TargetMode="External"/><Relationship Id="rId3" Type="http://schemas.openxmlformats.org/officeDocument/2006/relationships/image" Target="../media/image30.svg"/><Relationship Id="rId12" Type="http://schemas.openxmlformats.org/officeDocument/2006/relationships/image" Target="../media/image39.svg"/><Relationship Id="rId17" Type="http://schemas.openxmlformats.org/officeDocument/2006/relationships/image" Target="../media/image44.svg"/><Relationship Id="rId25" Type="http://schemas.openxmlformats.org/officeDocument/2006/relationships/image" Target="../media/image52.svg"/><Relationship Id="rId33" Type="http://schemas.openxmlformats.org/officeDocument/2006/relationships/image" Target="../media/image60.svg"/><Relationship Id="rId38" Type="http://schemas.openxmlformats.org/officeDocument/2006/relationships/image" Target="../media/image65.svg"/><Relationship Id="rId46" Type="http://schemas.openxmlformats.org/officeDocument/2006/relationships/image" Target="../media/image73.svg"/><Relationship Id="rId59" Type="http://schemas.openxmlformats.org/officeDocument/2006/relationships/image" Target="../media/image86.svg"/><Relationship Id="rId67" Type="http://schemas.openxmlformats.org/officeDocument/2006/relationships/image" Target="../media/image94.svg"/><Relationship Id="rId20" Type="http://schemas.openxmlformats.org/officeDocument/2006/relationships/image" Target="../media/image47.svg"/><Relationship Id="rId41" Type="http://schemas.openxmlformats.org/officeDocument/2006/relationships/image" Target="../media/image68.svg"/><Relationship Id="rId54" Type="http://schemas.openxmlformats.org/officeDocument/2006/relationships/image" Target="../media/image81.svg"/><Relationship Id="rId62" Type="http://schemas.openxmlformats.org/officeDocument/2006/relationships/image" Target="../media/image89.svg"/><Relationship Id="rId70" Type="http://schemas.openxmlformats.org/officeDocument/2006/relationships/hyperlink" Target="https://tinyurl.com/bde7msak" TargetMode="External"/><Relationship Id="rId75" Type="http://schemas.openxmlformats.org/officeDocument/2006/relationships/image" Target="../media/image101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svg"/><Relationship Id="rId15" Type="http://schemas.openxmlformats.org/officeDocument/2006/relationships/image" Target="../media/image42.svg"/><Relationship Id="rId23" Type="http://schemas.openxmlformats.org/officeDocument/2006/relationships/image" Target="../media/image50.svg"/><Relationship Id="rId28" Type="http://schemas.openxmlformats.org/officeDocument/2006/relationships/image" Target="../media/image55.svg"/><Relationship Id="rId36" Type="http://schemas.openxmlformats.org/officeDocument/2006/relationships/image" Target="../media/image63.svg"/><Relationship Id="rId49" Type="http://schemas.openxmlformats.org/officeDocument/2006/relationships/image" Target="../media/image76.svg"/><Relationship Id="rId57" Type="http://schemas.openxmlformats.org/officeDocument/2006/relationships/image" Target="../media/image84.svg"/><Relationship Id="rId10" Type="http://schemas.openxmlformats.org/officeDocument/2006/relationships/image" Target="../media/image37.svg"/><Relationship Id="rId31" Type="http://schemas.openxmlformats.org/officeDocument/2006/relationships/image" Target="../media/image58.svg"/><Relationship Id="rId44" Type="http://schemas.openxmlformats.org/officeDocument/2006/relationships/image" Target="../media/image71.svg"/><Relationship Id="rId52" Type="http://schemas.openxmlformats.org/officeDocument/2006/relationships/image" Target="../media/image79.svg"/><Relationship Id="rId60" Type="http://schemas.openxmlformats.org/officeDocument/2006/relationships/image" Target="../media/image87.svg"/><Relationship Id="rId65" Type="http://schemas.openxmlformats.org/officeDocument/2006/relationships/image" Target="../media/image92.svg"/><Relationship Id="rId73" Type="http://schemas.openxmlformats.org/officeDocument/2006/relationships/image" Target="../media/image99.svg"/><Relationship Id="rId78" Type="http://schemas.openxmlformats.org/officeDocument/2006/relationships/image" Target="../media/image104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Relationship Id="rId13" Type="http://schemas.openxmlformats.org/officeDocument/2006/relationships/image" Target="../media/image40.svg"/><Relationship Id="rId18" Type="http://schemas.openxmlformats.org/officeDocument/2006/relationships/image" Target="../media/image45.svg"/><Relationship Id="rId39" Type="http://schemas.openxmlformats.org/officeDocument/2006/relationships/image" Target="../media/image66.svg"/><Relationship Id="rId34" Type="http://schemas.openxmlformats.org/officeDocument/2006/relationships/image" Target="../media/image61.svg"/><Relationship Id="rId50" Type="http://schemas.openxmlformats.org/officeDocument/2006/relationships/image" Target="../media/image77.svg"/><Relationship Id="rId55" Type="http://schemas.openxmlformats.org/officeDocument/2006/relationships/image" Target="../media/image82.svg"/><Relationship Id="rId76" Type="http://schemas.openxmlformats.org/officeDocument/2006/relationships/image" Target="../media/image102.svg"/><Relationship Id="rId7" Type="http://schemas.openxmlformats.org/officeDocument/2006/relationships/image" Target="../media/image34.svg"/><Relationship Id="rId71" Type="http://schemas.openxmlformats.org/officeDocument/2006/relationships/image" Target="../media/image97.sv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5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svg"/><Relationship Id="rId13" Type="http://schemas.openxmlformats.org/officeDocument/2006/relationships/image" Target="../media/image117.svg"/><Relationship Id="rId18" Type="http://schemas.openxmlformats.org/officeDocument/2006/relationships/image" Target="../media/image122.svg"/><Relationship Id="rId3" Type="http://schemas.openxmlformats.org/officeDocument/2006/relationships/image" Target="../media/image107.svg"/><Relationship Id="rId7" Type="http://schemas.openxmlformats.org/officeDocument/2006/relationships/image" Target="../media/image111.svg"/><Relationship Id="rId12" Type="http://schemas.openxmlformats.org/officeDocument/2006/relationships/image" Target="../media/image116.svg"/><Relationship Id="rId17" Type="http://schemas.openxmlformats.org/officeDocument/2006/relationships/image" Target="../media/image121.svg"/><Relationship Id="rId2" Type="http://schemas.openxmlformats.org/officeDocument/2006/relationships/image" Target="../media/image106.svg"/><Relationship Id="rId16" Type="http://schemas.openxmlformats.org/officeDocument/2006/relationships/image" Target="../media/image120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0.svg"/><Relationship Id="rId11" Type="http://schemas.openxmlformats.org/officeDocument/2006/relationships/image" Target="../media/image115.svg"/><Relationship Id="rId5" Type="http://schemas.openxmlformats.org/officeDocument/2006/relationships/image" Target="../media/image109.svg"/><Relationship Id="rId15" Type="http://schemas.openxmlformats.org/officeDocument/2006/relationships/image" Target="../media/image119.svg"/><Relationship Id="rId10" Type="http://schemas.openxmlformats.org/officeDocument/2006/relationships/image" Target="../media/image114.svg"/><Relationship Id="rId4" Type="http://schemas.openxmlformats.org/officeDocument/2006/relationships/image" Target="../media/image108.svg"/><Relationship Id="rId9" Type="http://schemas.openxmlformats.org/officeDocument/2006/relationships/image" Target="../media/image113.svg"/><Relationship Id="rId14" Type="http://schemas.openxmlformats.org/officeDocument/2006/relationships/image" Target="../media/image1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D8AAA8-B185-8061-DFAC-E4D45A09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988" y="331200"/>
            <a:ext cx="3456349" cy="179857"/>
          </a:xfrm>
        </p:spPr>
        <p:txBody>
          <a:bodyPr/>
          <a:lstStyle/>
          <a:p>
            <a:r>
              <a:rPr lang="en-GB" dirty="0"/>
              <a:t>Ground </a:t>
            </a:r>
            <a:r>
              <a:rPr lang="en-GB" dirty="0">
                <a:solidFill>
                  <a:schemeClr val="accent1"/>
                </a:solidFill>
              </a:rPr>
              <a:t>rules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5E6ED03-AA38-3956-4675-9F05FC6FD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3" y="1185863"/>
            <a:ext cx="7904406" cy="4883150"/>
          </a:xfrm>
        </p:spPr>
        <p:txBody>
          <a:bodyPr/>
          <a:lstStyle/>
          <a:p>
            <a:r>
              <a:rPr lang="en-GB" dirty="0"/>
              <a:t>Sustainable</a:t>
            </a:r>
          </a:p>
          <a:p>
            <a:pPr lvl="1"/>
            <a:r>
              <a:rPr lang="en-GB" dirty="0"/>
              <a:t>Dark mode is default, energy saved in every slide </a:t>
            </a:r>
          </a:p>
          <a:p>
            <a:pPr lvl="1"/>
            <a:r>
              <a:rPr lang="en-GB" dirty="0"/>
              <a:t>Navigate through the bright divider slides, and dark mode for everything else </a:t>
            </a:r>
          </a:p>
          <a:p>
            <a:r>
              <a:rPr lang="en-GB" dirty="0"/>
              <a:t>Accessible</a:t>
            </a:r>
          </a:p>
          <a:p>
            <a:pPr lvl="1"/>
            <a:r>
              <a:rPr lang="en-GB" dirty="0"/>
              <a:t>Our columns are narrow and line lengths short for an easy, and accessible read</a:t>
            </a:r>
          </a:p>
          <a:p>
            <a:r>
              <a:rPr lang="en-GB" dirty="0"/>
              <a:t>Keep it simple</a:t>
            </a:r>
          </a:p>
          <a:p>
            <a:pPr lvl="1"/>
            <a:r>
              <a:rPr lang="en-GB" dirty="0"/>
              <a:t>Highlight only what strengthens your story</a:t>
            </a:r>
          </a:p>
          <a:p>
            <a:pPr lvl="1"/>
            <a:r>
              <a:rPr lang="en-GB" dirty="0"/>
              <a:t>Leave everything else behind. And make every illustration count</a:t>
            </a:r>
            <a:r>
              <a:rPr lang="en-GB" dirty="0">
                <a:sym typeface="Wingdings" pitchFamily="2" charset="2"/>
              </a:rPr>
              <a:t> 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23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D8AAA8-B185-8061-DFAC-E4D45A09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988" y="331200"/>
            <a:ext cx="3456349" cy="179857"/>
          </a:xfrm>
        </p:spPr>
        <p:txBody>
          <a:bodyPr/>
          <a:lstStyle/>
          <a:p>
            <a:r>
              <a:rPr lang="en-GB" dirty="0"/>
              <a:t>PowerPoint </a:t>
            </a:r>
            <a:r>
              <a:rPr lang="en-GB" dirty="0">
                <a:solidFill>
                  <a:schemeClr val="accent1"/>
                </a:solidFill>
              </a:rPr>
              <a:t>tips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5E6ED03-AA38-3956-4675-9F05FC6FD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362" y="1185621"/>
            <a:ext cx="8964975" cy="4882881"/>
          </a:xfrm>
        </p:spPr>
        <p:txBody>
          <a:bodyPr>
            <a:noAutofit/>
          </a:bodyPr>
          <a:lstStyle/>
          <a:p>
            <a:r>
              <a:rPr lang="en-GB" dirty="0"/>
              <a:t>Our template contains 39 layouts, choose with care</a:t>
            </a:r>
          </a:p>
          <a:p>
            <a:pPr lvl="1"/>
            <a:r>
              <a:rPr lang="en-GB" dirty="0"/>
              <a:t>The layout names might be helpful</a:t>
            </a:r>
          </a:p>
          <a:p>
            <a:pPr lvl="1"/>
            <a:r>
              <a:rPr lang="en-GB" dirty="0"/>
              <a:t>(and ask a colleague if you can’t find them)</a:t>
            </a:r>
          </a:p>
          <a:p>
            <a:r>
              <a:rPr lang="en-GB" dirty="0"/>
              <a:t>Confused about </a:t>
            </a:r>
            <a:r>
              <a:rPr lang="en-GB" dirty="0" err="1"/>
              <a:t>colors</a:t>
            </a:r>
            <a:r>
              <a:rPr lang="en-GB" dirty="0"/>
              <a:t> or typographic rules? </a:t>
            </a:r>
          </a:p>
          <a:p>
            <a:pPr lvl="1"/>
            <a:r>
              <a:rPr lang="en-GB" dirty="0"/>
              <a:t>Check out the margins for some guidance</a:t>
            </a:r>
          </a:p>
          <a:p>
            <a:r>
              <a:rPr lang="en-GB" dirty="0"/>
              <a:t>Have fun! </a:t>
            </a:r>
          </a:p>
          <a:p>
            <a:pPr lvl="1"/>
            <a:r>
              <a:rPr lang="en-GB" dirty="0"/>
              <a:t>Break some rules if it helps you elevate your kick-ass-content</a:t>
            </a:r>
            <a:r>
              <a:rPr lang="en-GB" dirty="0">
                <a:sym typeface="Wingdings" pitchFamily="2" charset="2"/>
              </a:rPr>
              <a:t>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303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FABE7A-1E64-A2AE-4C06-03E23F600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Our </a:t>
            </a:r>
            <a:r>
              <a:rPr lang="en-GB" noProof="0" dirty="0">
                <a:solidFill>
                  <a:schemeClr val="accent1"/>
                </a:solidFill>
              </a:rPr>
              <a:t>icons</a:t>
            </a:r>
          </a:p>
        </p:txBody>
      </p:sp>
      <p:pic>
        <p:nvPicPr>
          <p:cNvPr id="68" name="Grafikk 67">
            <a:extLst>
              <a:ext uri="{FF2B5EF4-FFF2-40B4-BE49-F238E27FC236}">
                <a16:creationId xmlns:a16="http://schemas.microsoft.com/office/drawing/2014/main" id="{DF67E122-AD62-D354-D640-34CF0E79D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0395" y="2889152"/>
            <a:ext cx="457200" cy="457200"/>
          </a:xfrm>
          <a:prstGeom prst="rect">
            <a:avLst/>
          </a:prstGeom>
        </p:spPr>
      </p:pic>
      <p:pic>
        <p:nvPicPr>
          <p:cNvPr id="70" name="Grafikk 69">
            <a:extLst>
              <a:ext uri="{FF2B5EF4-FFF2-40B4-BE49-F238E27FC236}">
                <a16:creationId xmlns:a16="http://schemas.microsoft.com/office/drawing/2014/main" id="{B09C92AC-BDA3-EAC5-6FF5-E28A13F21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9149" y="2889152"/>
            <a:ext cx="457200" cy="457200"/>
          </a:xfrm>
          <a:prstGeom prst="rect">
            <a:avLst/>
          </a:prstGeom>
        </p:spPr>
      </p:pic>
      <p:pic>
        <p:nvPicPr>
          <p:cNvPr id="86" name="Grafikk 85">
            <a:extLst>
              <a:ext uri="{FF2B5EF4-FFF2-40B4-BE49-F238E27FC236}">
                <a16:creationId xmlns:a16="http://schemas.microsoft.com/office/drawing/2014/main" id="{0AC7B625-4CE6-6649-0D07-10AC6828D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117" y="2889152"/>
            <a:ext cx="457200" cy="457200"/>
          </a:xfrm>
          <a:prstGeom prst="rect">
            <a:avLst/>
          </a:prstGeom>
        </p:spPr>
      </p:pic>
      <p:pic>
        <p:nvPicPr>
          <p:cNvPr id="88" name="Grafikk 87">
            <a:extLst>
              <a:ext uri="{FF2B5EF4-FFF2-40B4-BE49-F238E27FC236}">
                <a16:creationId xmlns:a16="http://schemas.microsoft.com/office/drawing/2014/main" id="{88B6F2E4-BD0A-91F3-8E1B-2D04103E5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379" y="2889152"/>
            <a:ext cx="457200" cy="457200"/>
          </a:xfrm>
          <a:prstGeom prst="rect">
            <a:avLst/>
          </a:prstGeom>
        </p:spPr>
      </p:pic>
      <p:pic>
        <p:nvPicPr>
          <p:cNvPr id="92" name="Grafikk 91">
            <a:extLst>
              <a:ext uri="{FF2B5EF4-FFF2-40B4-BE49-F238E27FC236}">
                <a16:creationId xmlns:a16="http://schemas.microsoft.com/office/drawing/2014/main" id="{ED2E631C-0CB1-DA4E-C3DE-412F005D4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4133" y="2889152"/>
            <a:ext cx="457200" cy="457200"/>
          </a:xfrm>
          <a:prstGeom prst="rect">
            <a:avLst/>
          </a:prstGeom>
        </p:spPr>
      </p:pic>
      <p:pic>
        <p:nvPicPr>
          <p:cNvPr id="114" name="Grafikk 113">
            <a:extLst>
              <a:ext uri="{FF2B5EF4-FFF2-40B4-BE49-F238E27FC236}">
                <a16:creationId xmlns:a16="http://schemas.microsoft.com/office/drawing/2014/main" id="{A2ED6D55-46AF-912C-090A-CAED6D14A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363" y="2889152"/>
            <a:ext cx="457200" cy="457200"/>
          </a:xfrm>
          <a:prstGeom prst="rect">
            <a:avLst/>
          </a:prstGeom>
        </p:spPr>
      </p:pic>
      <p:pic>
        <p:nvPicPr>
          <p:cNvPr id="120" name="Grafikk 119">
            <a:extLst>
              <a:ext uri="{FF2B5EF4-FFF2-40B4-BE49-F238E27FC236}">
                <a16:creationId xmlns:a16="http://schemas.microsoft.com/office/drawing/2014/main" id="{FB717F90-6652-F780-FBC6-3E604CD71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76625" y="2889152"/>
            <a:ext cx="457200" cy="457200"/>
          </a:xfrm>
          <a:prstGeom prst="rect">
            <a:avLst/>
          </a:prstGeom>
        </p:spPr>
      </p:pic>
      <p:pic>
        <p:nvPicPr>
          <p:cNvPr id="16" name="Grafikk 15">
            <a:extLst>
              <a:ext uri="{FF2B5EF4-FFF2-40B4-BE49-F238E27FC236}">
                <a16:creationId xmlns:a16="http://schemas.microsoft.com/office/drawing/2014/main" id="{5ED706F8-F904-28BB-3604-62C6B265D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86657" y="2889152"/>
            <a:ext cx="457200" cy="457200"/>
          </a:xfrm>
          <a:prstGeom prst="rect">
            <a:avLst/>
          </a:prstGeom>
        </p:spPr>
      </p:pic>
      <p:pic>
        <p:nvPicPr>
          <p:cNvPr id="22" name="Grafikk 21">
            <a:extLst>
              <a:ext uri="{FF2B5EF4-FFF2-40B4-BE49-F238E27FC236}">
                <a16:creationId xmlns:a16="http://schemas.microsoft.com/office/drawing/2014/main" id="{0BACF737-B5B9-D151-D3E5-D968A79DB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92887" y="2889152"/>
            <a:ext cx="457200" cy="457200"/>
          </a:xfrm>
          <a:prstGeom prst="rect">
            <a:avLst/>
          </a:prstGeom>
        </p:spPr>
      </p:pic>
      <p:pic>
        <p:nvPicPr>
          <p:cNvPr id="148" name="Grafikk 147">
            <a:extLst>
              <a:ext uri="{FF2B5EF4-FFF2-40B4-BE49-F238E27FC236}">
                <a16:creationId xmlns:a16="http://schemas.microsoft.com/office/drawing/2014/main" id="{BB57D54D-AAC8-0202-784E-A39A9D753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1641" y="2889152"/>
            <a:ext cx="457200" cy="457200"/>
          </a:xfrm>
          <a:prstGeom prst="rect">
            <a:avLst/>
          </a:prstGeom>
        </p:spPr>
      </p:pic>
      <p:pic>
        <p:nvPicPr>
          <p:cNvPr id="132" name="Grafikk 131">
            <a:extLst>
              <a:ext uri="{FF2B5EF4-FFF2-40B4-BE49-F238E27FC236}">
                <a16:creationId xmlns:a16="http://schemas.microsoft.com/office/drawing/2014/main" id="{9911F6BA-104A-81D1-A33C-87B1C2B2A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37871" y="2889152"/>
            <a:ext cx="457200" cy="457200"/>
          </a:xfrm>
          <a:prstGeom prst="rect">
            <a:avLst/>
          </a:prstGeom>
        </p:spPr>
      </p:pic>
      <p:pic>
        <p:nvPicPr>
          <p:cNvPr id="154" name="Grafikk 153">
            <a:extLst>
              <a:ext uri="{FF2B5EF4-FFF2-40B4-BE49-F238E27FC236}">
                <a16:creationId xmlns:a16="http://schemas.microsoft.com/office/drawing/2014/main" id="{8FEBCF92-1B23-FE17-2648-443BA987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7903" y="2889152"/>
            <a:ext cx="457200" cy="457200"/>
          </a:xfrm>
          <a:prstGeom prst="rect">
            <a:avLst/>
          </a:prstGeom>
        </p:spPr>
      </p:pic>
      <p:pic>
        <p:nvPicPr>
          <p:cNvPr id="64" name="Grafikk 63">
            <a:extLst>
              <a:ext uri="{FF2B5EF4-FFF2-40B4-BE49-F238E27FC236}">
                <a16:creationId xmlns:a16="http://schemas.microsoft.com/office/drawing/2014/main" id="{ED6B0813-9462-25BD-ABFA-83F87641C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09149" y="5497813"/>
            <a:ext cx="457200" cy="457200"/>
          </a:xfrm>
          <a:prstGeom prst="rect">
            <a:avLst/>
          </a:prstGeom>
        </p:spPr>
      </p:pic>
      <p:pic>
        <p:nvPicPr>
          <p:cNvPr id="74" name="Grafikk 73">
            <a:extLst>
              <a:ext uri="{FF2B5EF4-FFF2-40B4-BE49-F238E27FC236}">
                <a16:creationId xmlns:a16="http://schemas.microsoft.com/office/drawing/2014/main" id="{785899EE-B763-8B1E-1024-6502007D1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54133" y="5497813"/>
            <a:ext cx="457200" cy="457200"/>
          </a:xfrm>
          <a:prstGeom prst="rect">
            <a:avLst/>
          </a:prstGeom>
        </p:spPr>
      </p:pic>
      <p:pic>
        <p:nvPicPr>
          <p:cNvPr id="80" name="Grafikk 79">
            <a:extLst>
              <a:ext uri="{FF2B5EF4-FFF2-40B4-BE49-F238E27FC236}">
                <a16:creationId xmlns:a16="http://schemas.microsoft.com/office/drawing/2014/main" id="{3D1D7536-8988-569C-B77B-A8519E7E0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0363" y="5497813"/>
            <a:ext cx="457200" cy="457200"/>
          </a:xfrm>
          <a:prstGeom prst="rect">
            <a:avLst/>
          </a:prstGeom>
        </p:spPr>
      </p:pic>
      <p:pic>
        <p:nvPicPr>
          <p:cNvPr id="82" name="Grafikk 81">
            <a:extLst>
              <a:ext uri="{FF2B5EF4-FFF2-40B4-BE49-F238E27FC236}">
                <a16:creationId xmlns:a16="http://schemas.microsoft.com/office/drawing/2014/main" id="{0E8B0F2F-1E03-62FF-3077-B23870760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9117" y="5497813"/>
            <a:ext cx="457200" cy="457200"/>
          </a:xfrm>
          <a:prstGeom prst="rect">
            <a:avLst/>
          </a:prstGeom>
        </p:spPr>
      </p:pic>
      <p:pic>
        <p:nvPicPr>
          <p:cNvPr id="84" name="Grafikk 83">
            <a:extLst>
              <a:ext uri="{FF2B5EF4-FFF2-40B4-BE49-F238E27FC236}">
                <a16:creationId xmlns:a16="http://schemas.microsoft.com/office/drawing/2014/main" id="{586F55AD-3DF0-675E-04AD-DE70D28F7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37871" y="5497813"/>
            <a:ext cx="457200" cy="457200"/>
          </a:xfrm>
          <a:prstGeom prst="rect">
            <a:avLst/>
          </a:prstGeom>
        </p:spPr>
      </p:pic>
      <p:pic>
        <p:nvPicPr>
          <p:cNvPr id="104" name="Grafikk 103">
            <a:extLst>
              <a:ext uri="{FF2B5EF4-FFF2-40B4-BE49-F238E27FC236}">
                <a16:creationId xmlns:a16="http://schemas.microsoft.com/office/drawing/2014/main" id="{07E20837-3F82-0715-A00C-14909755A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47903" y="5497813"/>
            <a:ext cx="457200" cy="457200"/>
          </a:xfrm>
          <a:prstGeom prst="rect">
            <a:avLst/>
          </a:prstGeom>
        </p:spPr>
      </p:pic>
      <p:pic>
        <p:nvPicPr>
          <p:cNvPr id="108" name="Grafikk 107">
            <a:extLst>
              <a:ext uri="{FF2B5EF4-FFF2-40B4-BE49-F238E27FC236}">
                <a16:creationId xmlns:a16="http://schemas.microsoft.com/office/drawing/2014/main" id="{B88D5564-5D1C-5F5D-5FDA-3875D8371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76625" y="5497813"/>
            <a:ext cx="457200" cy="457200"/>
          </a:xfrm>
          <a:prstGeom prst="rect">
            <a:avLst/>
          </a:prstGeom>
        </p:spPr>
      </p:pic>
      <p:pic>
        <p:nvPicPr>
          <p:cNvPr id="118" name="Grafikk 117">
            <a:extLst>
              <a:ext uri="{FF2B5EF4-FFF2-40B4-BE49-F238E27FC236}">
                <a16:creationId xmlns:a16="http://schemas.microsoft.com/office/drawing/2014/main" id="{B5179DD3-C94C-225B-C31F-97927F37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25411" y="5497813"/>
            <a:ext cx="457200" cy="457200"/>
          </a:xfrm>
          <a:prstGeom prst="rect">
            <a:avLst/>
          </a:prstGeom>
        </p:spPr>
      </p:pic>
      <p:pic>
        <p:nvPicPr>
          <p:cNvPr id="126" name="Grafikk 125">
            <a:extLst>
              <a:ext uri="{FF2B5EF4-FFF2-40B4-BE49-F238E27FC236}">
                <a16:creationId xmlns:a16="http://schemas.microsoft.com/office/drawing/2014/main" id="{4EEDB0A0-678B-6FC7-E24C-FC20050D8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86657" y="5497813"/>
            <a:ext cx="457200" cy="457200"/>
          </a:xfrm>
          <a:prstGeom prst="rect">
            <a:avLst/>
          </a:prstGeom>
        </p:spPr>
      </p:pic>
      <p:pic>
        <p:nvPicPr>
          <p:cNvPr id="128" name="Grafikk 127">
            <a:extLst>
              <a:ext uri="{FF2B5EF4-FFF2-40B4-BE49-F238E27FC236}">
                <a16:creationId xmlns:a16="http://schemas.microsoft.com/office/drawing/2014/main" id="{61E89766-55B0-9907-430C-A8805C4A4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02925" y="5497813"/>
            <a:ext cx="457200" cy="457200"/>
          </a:xfrm>
          <a:prstGeom prst="rect">
            <a:avLst/>
          </a:prstGeom>
        </p:spPr>
      </p:pic>
      <p:pic>
        <p:nvPicPr>
          <p:cNvPr id="138" name="Grafikk 137">
            <a:extLst>
              <a:ext uri="{FF2B5EF4-FFF2-40B4-BE49-F238E27FC236}">
                <a16:creationId xmlns:a16="http://schemas.microsoft.com/office/drawing/2014/main" id="{37BB8C05-2D4C-7F04-ECC9-3D78FC8A2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31641" y="5497813"/>
            <a:ext cx="457200" cy="457200"/>
          </a:xfrm>
          <a:prstGeom prst="rect">
            <a:avLst/>
          </a:prstGeom>
        </p:spPr>
      </p:pic>
      <p:pic>
        <p:nvPicPr>
          <p:cNvPr id="140" name="Grafikk 139">
            <a:extLst>
              <a:ext uri="{FF2B5EF4-FFF2-40B4-BE49-F238E27FC236}">
                <a16:creationId xmlns:a16="http://schemas.microsoft.com/office/drawing/2014/main" id="{C3CFD019-0209-0E1A-591F-836C80331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92887" y="5497813"/>
            <a:ext cx="457200" cy="457200"/>
          </a:xfrm>
          <a:prstGeom prst="rect">
            <a:avLst/>
          </a:prstGeom>
        </p:spPr>
      </p:pic>
      <p:pic>
        <p:nvPicPr>
          <p:cNvPr id="144" name="Grafikk 143">
            <a:extLst>
              <a:ext uri="{FF2B5EF4-FFF2-40B4-BE49-F238E27FC236}">
                <a16:creationId xmlns:a16="http://schemas.microsoft.com/office/drawing/2014/main" id="{EA0B076E-92B6-BAF2-A24D-14C95E324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70395" y="5497813"/>
            <a:ext cx="457200" cy="457200"/>
          </a:xfrm>
          <a:prstGeom prst="rect">
            <a:avLst/>
          </a:prstGeom>
        </p:spPr>
      </p:pic>
      <p:pic>
        <p:nvPicPr>
          <p:cNvPr id="146" name="Grafikk 145">
            <a:extLst>
              <a:ext uri="{FF2B5EF4-FFF2-40B4-BE49-F238E27FC236}">
                <a16:creationId xmlns:a16="http://schemas.microsoft.com/office/drawing/2014/main" id="{5D51E5F6-FC92-52CA-591C-8ABC11510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4165" y="5497813"/>
            <a:ext cx="457200" cy="457200"/>
          </a:xfrm>
          <a:prstGeom prst="rect">
            <a:avLst/>
          </a:prstGeom>
        </p:spPr>
      </p:pic>
      <p:pic>
        <p:nvPicPr>
          <p:cNvPr id="54" name="Grafikk 53">
            <a:extLst>
              <a:ext uri="{FF2B5EF4-FFF2-40B4-BE49-F238E27FC236}">
                <a16:creationId xmlns:a16="http://schemas.microsoft.com/office/drawing/2014/main" id="{D1BDFE67-806F-C265-2EE6-CCB876D2F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315379" y="5497813"/>
            <a:ext cx="457200" cy="457200"/>
          </a:xfrm>
          <a:prstGeom prst="rect">
            <a:avLst/>
          </a:prstGeom>
        </p:spPr>
      </p:pic>
      <p:pic>
        <p:nvPicPr>
          <p:cNvPr id="100" name="Grafikk 99">
            <a:extLst>
              <a:ext uri="{FF2B5EF4-FFF2-40B4-BE49-F238E27FC236}">
                <a16:creationId xmlns:a16="http://schemas.microsoft.com/office/drawing/2014/main" id="{C415B034-D024-D05B-CFEC-86EC94B4D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964171" y="3758706"/>
            <a:ext cx="457200" cy="457200"/>
          </a:xfrm>
          <a:prstGeom prst="rect">
            <a:avLst/>
          </a:prstGeom>
        </p:spPr>
      </p:pic>
      <p:pic>
        <p:nvPicPr>
          <p:cNvPr id="134" name="Grafikk 133">
            <a:extLst>
              <a:ext uri="{FF2B5EF4-FFF2-40B4-BE49-F238E27FC236}">
                <a16:creationId xmlns:a16="http://schemas.microsoft.com/office/drawing/2014/main" id="{2BC49C6D-605E-FF02-3402-F2110FA87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702925" y="3758706"/>
            <a:ext cx="457200" cy="457200"/>
          </a:xfrm>
          <a:prstGeom prst="rect">
            <a:avLst/>
          </a:prstGeom>
        </p:spPr>
      </p:pic>
      <p:pic>
        <p:nvPicPr>
          <p:cNvPr id="90" name="Grafikk 89">
            <a:extLst>
              <a:ext uri="{FF2B5EF4-FFF2-40B4-BE49-F238E27FC236}">
                <a16:creationId xmlns:a16="http://schemas.microsoft.com/office/drawing/2014/main" id="{3B28FE4A-D06E-E387-789C-9EC89E4B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86657" y="3758706"/>
            <a:ext cx="457200" cy="457200"/>
          </a:xfrm>
          <a:prstGeom prst="rect">
            <a:avLst/>
          </a:prstGeom>
        </p:spPr>
      </p:pic>
      <p:pic>
        <p:nvPicPr>
          <p:cNvPr id="102" name="Grafikk 101">
            <a:extLst>
              <a:ext uri="{FF2B5EF4-FFF2-40B4-BE49-F238E27FC236}">
                <a16:creationId xmlns:a16="http://schemas.microsoft.com/office/drawing/2014/main" id="{B95211B7-7A5A-E5F5-D8B1-77216F026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747903" y="3758706"/>
            <a:ext cx="457200" cy="457200"/>
          </a:xfrm>
          <a:prstGeom prst="rect">
            <a:avLst/>
          </a:prstGeom>
        </p:spPr>
      </p:pic>
      <p:pic>
        <p:nvPicPr>
          <p:cNvPr id="4" name="Grafikk 3">
            <a:extLst>
              <a:ext uri="{FF2B5EF4-FFF2-40B4-BE49-F238E27FC236}">
                <a16:creationId xmlns:a16="http://schemas.microsoft.com/office/drawing/2014/main" id="{4DE0A14D-8FDF-842B-4AEF-6A069FBF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0363" y="3758706"/>
            <a:ext cx="457200" cy="457200"/>
          </a:xfrm>
          <a:prstGeom prst="rect">
            <a:avLst/>
          </a:prstGeom>
        </p:spPr>
      </p:pic>
      <p:pic>
        <p:nvPicPr>
          <p:cNvPr id="18" name="Grafikk 17">
            <a:extLst>
              <a:ext uri="{FF2B5EF4-FFF2-40B4-BE49-F238E27FC236}">
                <a16:creationId xmlns:a16="http://schemas.microsoft.com/office/drawing/2014/main" id="{5F21AC73-193F-55D9-5C81-6836A7572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225411" y="3758706"/>
            <a:ext cx="457200" cy="457200"/>
          </a:xfrm>
          <a:prstGeom prst="rect">
            <a:avLst/>
          </a:prstGeom>
        </p:spPr>
      </p:pic>
      <p:pic>
        <p:nvPicPr>
          <p:cNvPr id="142" name="Grafikk 141">
            <a:extLst>
              <a:ext uri="{FF2B5EF4-FFF2-40B4-BE49-F238E27FC236}">
                <a16:creationId xmlns:a16="http://schemas.microsoft.com/office/drawing/2014/main" id="{014ABB35-D65D-CF4D-C489-C5586FAF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270395" y="3758706"/>
            <a:ext cx="457200" cy="457200"/>
          </a:xfrm>
          <a:prstGeom prst="rect">
            <a:avLst/>
          </a:prstGeom>
        </p:spPr>
      </p:pic>
      <p:pic>
        <p:nvPicPr>
          <p:cNvPr id="150" name="Grafikk 149">
            <a:extLst>
              <a:ext uri="{FF2B5EF4-FFF2-40B4-BE49-F238E27FC236}">
                <a16:creationId xmlns:a16="http://schemas.microsoft.com/office/drawing/2014/main" id="{76BF02E8-AFEE-1DD1-9565-3EDE46ABC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09149" y="3758706"/>
            <a:ext cx="457200" cy="457200"/>
          </a:xfrm>
          <a:prstGeom prst="rect">
            <a:avLst/>
          </a:prstGeom>
        </p:spPr>
      </p:pic>
      <p:pic>
        <p:nvPicPr>
          <p:cNvPr id="42" name="Grafikk 41">
            <a:extLst>
              <a:ext uri="{FF2B5EF4-FFF2-40B4-BE49-F238E27FC236}">
                <a16:creationId xmlns:a16="http://schemas.microsoft.com/office/drawing/2014/main" id="{9D097C36-66CE-B382-2980-2F2F75C6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99117" y="3758706"/>
            <a:ext cx="457200" cy="457200"/>
          </a:xfrm>
          <a:prstGeom prst="rect">
            <a:avLst/>
          </a:prstGeom>
        </p:spPr>
      </p:pic>
      <p:pic>
        <p:nvPicPr>
          <p:cNvPr id="44" name="Grafikk 43">
            <a:extLst>
              <a:ext uri="{FF2B5EF4-FFF2-40B4-BE49-F238E27FC236}">
                <a16:creationId xmlns:a16="http://schemas.microsoft.com/office/drawing/2014/main" id="{0E2AD369-1654-B016-6685-ED54982D0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837871" y="3758706"/>
            <a:ext cx="457200" cy="457200"/>
          </a:xfrm>
          <a:prstGeom prst="rect">
            <a:avLst/>
          </a:prstGeom>
        </p:spPr>
      </p:pic>
      <p:pic>
        <p:nvPicPr>
          <p:cNvPr id="46" name="Grafikk 45">
            <a:extLst>
              <a:ext uri="{FF2B5EF4-FFF2-40B4-BE49-F238E27FC236}">
                <a16:creationId xmlns:a16="http://schemas.microsoft.com/office/drawing/2014/main" id="{9C7A691C-6B0F-2B97-DC2C-D9CB13B0B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76625" y="3758706"/>
            <a:ext cx="457200" cy="457200"/>
          </a:xfrm>
          <a:prstGeom prst="rect">
            <a:avLst/>
          </a:prstGeom>
        </p:spPr>
      </p:pic>
      <p:pic>
        <p:nvPicPr>
          <p:cNvPr id="48" name="Grafikk 47">
            <a:extLst>
              <a:ext uri="{FF2B5EF4-FFF2-40B4-BE49-F238E27FC236}">
                <a16:creationId xmlns:a16="http://schemas.microsoft.com/office/drawing/2014/main" id="{E1BAF8F0-5DFB-0F96-71F2-57D91C631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315379" y="3758706"/>
            <a:ext cx="457200" cy="457200"/>
          </a:xfrm>
          <a:prstGeom prst="rect">
            <a:avLst/>
          </a:prstGeom>
        </p:spPr>
      </p:pic>
      <p:pic>
        <p:nvPicPr>
          <p:cNvPr id="56" name="Grafikk 55">
            <a:extLst>
              <a:ext uri="{FF2B5EF4-FFF2-40B4-BE49-F238E27FC236}">
                <a16:creationId xmlns:a16="http://schemas.microsoft.com/office/drawing/2014/main" id="{0D83066A-C328-00FB-9D0C-04A7EE60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792887" y="3758706"/>
            <a:ext cx="457200" cy="457200"/>
          </a:xfrm>
          <a:prstGeom prst="rect">
            <a:avLst/>
          </a:prstGeom>
        </p:spPr>
      </p:pic>
      <p:pic>
        <p:nvPicPr>
          <p:cNvPr id="58" name="Grafikk 57">
            <a:extLst>
              <a:ext uri="{FF2B5EF4-FFF2-40B4-BE49-F238E27FC236}">
                <a16:creationId xmlns:a16="http://schemas.microsoft.com/office/drawing/2014/main" id="{E8597EDD-11FA-FF8C-1E8F-D203E53C3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54133" y="3758706"/>
            <a:ext cx="457200" cy="457200"/>
          </a:xfrm>
          <a:prstGeom prst="rect">
            <a:avLst/>
          </a:prstGeom>
        </p:spPr>
      </p:pic>
      <p:pic>
        <p:nvPicPr>
          <p:cNvPr id="60" name="Grafikk 59">
            <a:extLst>
              <a:ext uri="{FF2B5EF4-FFF2-40B4-BE49-F238E27FC236}">
                <a16:creationId xmlns:a16="http://schemas.microsoft.com/office/drawing/2014/main" id="{343D4327-752F-9A1F-B780-C4CA8C9E6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531641" y="3758706"/>
            <a:ext cx="457200" cy="457200"/>
          </a:xfrm>
          <a:prstGeom prst="rect">
            <a:avLst/>
          </a:prstGeom>
        </p:spPr>
      </p:pic>
      <p:pic>
        <p:nvPicPr>
          <p:cNvPr id="130" name="Grafikk 129">
            <a:extLst>
              <a:ext uri="{FF2B5EF4-FFF2-40B4-BE49-F238E27FC236}">
                <a16:creationId xmlns:a16="http://schemas.microsoft.com/office/drawing/2014/main" id="{75CA5C01-A240-00F9-66C0-9AA9F5D88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964165" y="4628260"/>
            <a:ext cx="457200" cy="457200"/>
          </a:xfrm>
          <a:prstGeom prst="rect">
            <a:avLst/>
          </a:prstGeom>
        </p:spPr>
      </p:pic>
      <p:pic>
        <p:nvPicPr>
          <p:cNvPr id="94" name="Grafikk 93">
            <a:extLst>
              <a:ext uri="{FF2B5EF4-FFF2-40B4-BE49-F238E27FC236}">
                <a16:creationId xmlns:a16="http://schemas.microsoft.com/office/drawing/2014/main" id="{2187DD12-399D-E27D-CE9C-5118D041C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702925" y="4628260"/>
            <a:ext cx="457200" cy="457200"/>
          </a:xfrm>
          <a:prstGeom prst="rect">
            <a:avLst/>
          </a:prstGeom>
        </p:spPr>
      </p:pic>
      <p:pic>
        <p:nvPicPr>
          <p:cNvPr id="72" name="Grafikk 71">
            <a:extLst>
              <a:ext uri="{FF2B5EF4-FFF2-40B4-BE49-F238E27FC236}">
                <a16:creationId xmlns:a16="http://schemas.microsoft.com/office/drawing/2014/main" id="{D34E4412-6246-5E33-D3A4-FE9B6703A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315379" y="4628260"/>
            <a:ext cx="457200" cy="457200"/>
          </a:xfrm>
          <a:prstGeom prst="rect">
            <a:avLst/>
          </a:prstGeom>
        </p:spPr>
      </p:pic>
      <p:pic>
        <p:nvPicPr>
          <p:cNvPr id="78" name="Grafikk 77">
            <a:extLst>
              <a:ext uri="{FF2B5EF4-FFF2-40B4-BE49-F238E27FC236}">
                <a16:creationId xmlns:a16="http://schemas.microsoft.com/office/drawing/2014/main" id="{54D6F3A4-234A-3491-860B-8F86A382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92887" y="4628260"/>
            <a:ext cx="457200" cy="457200"/>
          </a:xfrm>
          <a:prstGeom prst="rect">
            <a:avLst/>
          </a:prstGeom>
        </p:spPr>
      </p:pic>
      <p:pic>
        <p:nvPicPr>
          <p:cNvPr id="110" name="Grafikk 109">
            <a:extLst>
              <a:ext uri="{FF2B5EF4-FFF2-40B4-BE49-F238E27FC236}">
                <a16:creationId xmlns:a16="http://schemas.microsoft.com/office/drawing/2014/main" id="{4E8EA655-DDB3-E67D-7176-20AFB8B3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054133" y="4628260"/>
            <a:ext cx="457200" cy="457200"/>
          </a:xfrm>
          <a:prstGeom prst="rect">
            <a:avLst/>
          </a:prstGeom>
        </p:spPr>
      </p:pic>
      <p:pic>
        <p:nvPicPr>
          <p:cNvPr id="112" name="Grafikk 111">
            <a:extLst>
              <a:ext uri="{FF2B5EF4-FFF2-40B4-BE49-F238E27FC236}">
                <a16:creationId xmlns:a16="http://schemas.microsoft.com/office/drawing/2014/main" id="{5D9C85C7-9CD9-9073-0CAC-3C8AF2F43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99117" y="4628260"/>
            <a:ext cx="457200" cy="457200"/>
          </a:xfrm>
          <a:prstGeom prst="rect">
            <a:avLst/>
          </a:prstGeom>
        </p:spPr>
      </p:pic>
      <p:pic>
        <p:nvPicPr>
          <p:cNvPr id="116" name="Grafikk 115">
            <a:extLst>
              <a:ext uri="{FF2B5EF4-FFF2-40B4-BE49-F238E27FC236}">
                <a16:creationId xmlns:a16="http://schemas.microsoft.com/office/drawing/2014/main" id="{83BC95AD-DEBE-10C8-15A8-448B4EF00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09149" y="4628260"/>
            <a:ext cx="457200" cy="457200"/>
          </a:xfrm>
          <a:prstGeom prst="rect">
            <a:avLst/>
          </a:prstGeom>
        </p:spPr>
      </p:pic>
      <p:pic>
        <p:nvPicPr>
          <p:cNvPr id="14" name="Grafikk 13">
            <a:extLst>
              <a:ext uri="{FF2B5EF4-FFF2-40B4-BE49-F238E27FC236}">
                <a16:creationId xmlns:a16="http://schemas.microsoft.com/office/drawing/2014/main" id="{E041E7EC-B26B-2EC0-66A0-A0B46D1AE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747903" y="4628260"/>
            <a:ext cx="457200" cy="457200"/>
          </a:xfrm>
          <a:prstGeom prst="rect">
            <a:avLst/>
          </a:prstGeom>
        </p:spPr>
      </p:pic>
      <p:pic>
        <p:nvPicPr>
          <p:cNvPr id="28" name="Grafikk 27">
            <a:extLst>
              <a:ext uri="{FF2B5EF4-FFF2-40B4-BE49-F238E27FC236}">
                <a16:creationId xmlns:a16="http://schemas.microsoft.com/office/drawing/2014/main" id="{DAD4CF42-26D6-3D77-42E2-C2ACB9A55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531641" y="4628260"/>
            <a:ext cx="457200" cy="457200"/>
          </a:xfrm>
          <a:prstGeom prst="rect">
            <a:avLst/>
          </a:prstGeom>
        </p:spPr>
      </p:pic>
      <p:pic>
        <p:nvPicPr>
          <p:cNvPr id="30" name="Grafikk 29">
            <a:extLst>
              <a:ext uri="{FF2B5EF4-FFF2-40B4-BE49-F238E27FC236}">
                <a16:creationId xmlns:a16="http://schemas.microsoft.com/office/drawing/2014/main" id="{861AB866-0ED1-0AD4-675A-C4FA36CCF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270395" y="4628260"/>
            <a:ext cx="457200" cy="457200"/>
          </a:xfrm>
          <a:prstGeom prst="rect">
            <a:avLst/>
          </a:prstGeom>
        </p:spPr>
      </p:pic>
      <p:pic>
        <p:nvPicPr>
          <p:cNvPr id="124" name="Grafikk 123">
            <a:extLst>
              <a:ext uri="{FF2B5EF4-FFF2-40B4-BE49-F238E27FC236}">
                <a16:creationId xmlns:a16="http://schemas.microsoft.com/office/drawing/2014/main" id="{CC924B30-B18D-0851-CB31-88B242F32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576625" y="4628260"/>
            <a:ext cx="457200" cy="457200"/>
          </a:xfrm>
          <a:prstGeom prst="rect">
            <a:avLst/>
          </a:prstGeom>
        </p:spPr>
      </p:pic>
      <p:pic>
        <p:nvPicPr>
          <p:cNvPr id="32" name="Grafikk 31">
            <a:extLst>
              <a:ext uri="{FF2B5EF4-FFF2-40B4-BE49-F238E27FC236}">
                <a16:creationId xmlns:a16="http://schemas.microsoft.com/office/drawing/2014/main" id="{A9F57332-D49C-9423-204D-6ADB85051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486657" y="4628260"/>
            <a:ext cx="457200" cy="457200"/>
          </a:xfrm>
          <a:prstGeom prst="rect">
            <a:avLst/>
          </a:prstGeom>
        </p:spPr>
      </p:pic>
      <p:pic>
        <p:nvPicPr>
          <p:cNvPr id="50" name="Grafikk 49">
            <a:extLst>
              <a:ext uri="{FF2B5EF4-FFF2-40B4-BE49-F238E27FC236}">
                <a16:creationId xmlns:a16="http://schemas.microsoft.com/office/drawing/2014/main" id="{121291EA-49E9-BC90-E4A8-BE7ECE756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60363" y="4628260"/>
            <a:ext cx="457200" cy="457200"/>
          </a:xfrm>
          <a:prstGeom prst="rect">
            <a:avLst/>
          </a:prstGeom>
        </p:spPr>
      </p:pic>
      <p:pic>
        <p:nvPicPr>
          <p:cNvPr id="52" name="Grafikk 51">
            <a:extLst>
              <a:ext uri="{FF2B5EF4-FFF2-40B4-BE49-F238E27FC236}">
                <a16:creationId xmlns:a16="http://schemas.microsoft.com/office/drawing/2014/main" id="{875C6AD8-8B23-130B-DC3F-EAD5F2D52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9225411" y="4628260"/>
            <a:ext cx="457200" cy="457200"/>
          </a:xfrm>
          <a:prstGeom prst="rect">
            <a:avLst/>
          </a:prstGeom>
        </p:spPr>
      </p:pic>
      <p:pic>
        <p:nvPicPr>
          <p:cNvPr id="156" name="Grafikk 155">
            <a:extLst>
              <a:ext uri="{FF2B5EF4-FFF2-40B4-BE49-F238E27FC236}">
                <a16:creationId xmlns:a16="http://schemas.microsoft.com/office/drawing/2014/main" id="{72D14DCE-2C62-6BD0-CB17-E9B847CF5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837871" y="4628260"/>
            <a:ext cx="457200" cy="457200"/>
          </a:xfrm>
          <a:prstGeom prst="rect">
            <a:avLst/>
          </a:prstGeom>
        </p:spPr>
      </p:pic>
      <p:pic>
        <p:nvPicPr>
          <p:cNvPr id="66" name="Grafikk 65">
            <a:extLst>
              <a:ext uri="{FF2B5EF4-FFF2-40B4-BE49-F238E27FC236}">
                <a16:creationId xmlns:a16="http://schemas.microsoft.com/office/drawing/2014/main" id="{488C7C75-24BC-6D7E-22D0-B3D219F66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585114" y="2019598"/>
            <a:ext cx="457200" cy="457200"/>
          </a:xfrm>
          <a:prstGeom prst="rect">
            <a:avLst/>
          </a:prstGeom>
        </p:spPr>
      </p:pic>
      <p:pic>
        <p:nvPicPr>
          <p:cNvPr id="96" name="Grafikk 95">
            <a:extLst>
              <a:ext uri="{FF2B5EF4-FFF2-40B4-BE49-F238E27FC236}">
                <a16:creationId xmlns:a16="http://schemas.microsoft.com/office/drawing/2014/main" id="{C9E85CF1-4010-56D2-0DFC-686FA81DB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846360" y="2019598"/>
            <a:ext cx="457200" cy="457200"/>
          </a:xfrm>
          <a:prstGeom prst="rect">
            <a:avLst/>
          </a:prstGeom>
        </p:spPr>
      </p:pic>
      <p:pic>
        <p:nvPicPr>
          <p:cNvPr id="106" name="Grafikk 105">
            <a:extLst>
              <a:ext uri="{FF2B5EF4-FFF2-40B4-BE49-F238E27FC236}">
                <a16:creationId xmlns:a16="http://schemas.microsoft.com/office/drawing/2014/main" id="{4BB3C370-B8C5-58EA-67C3-D0F08E6CC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4801376" y="2019598"/>
            <a:ext cx="457200" cy="457200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882C102E-17CA-34B7-1433-B86849FD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792887" y="1150044"/>
            <a:ext cx="457200" cy="457200"/>
          </a:xfrm>
          <a:prstGeom prst="rect">
            <a:avLst/>
          </a:prstGeom>
        </p:spPr>
      </p:pic>
      <p:pic>
        <p:nvPicPr>
          <p:cNvPr id="20" name="Grafikk 19">
            <a:extLst>
              <a:ext uri="{FF2B5EF4-FFF2-40B4-BE49-F238E27FC236}">
                <a16:creationId xmlns:a16="http://schemas.microsoft.com/office/drawing/2014/main" id="{314C1CCC-2858-47CC-BE7D-ECE2E6AB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531641" y="1166115"/>
            <a:ext cx="457200" cy="457200"/>
          </a:xfrm>
          <a:prstGeom prst="rect">
            <a:avLst/>
          </a:prstGeom>
        </p:spPr>
      </p:pic>
      <p:pic>
        <p:nvPicPr>
          <p:cNvPr id="136" name="Grafikk 135">
            <a:extLst>
              <a:ext uri="{FF2B5EF4-FFF2-40B4-BE49-F238E27FC236}">
                <a16:creationId xmlns:a16="http://schemas.microsoft.com/office/drawing/2014/main" id="{1EBE352A-6CE1-8EA2-07E3-7897EEC93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5531641" y="2019598"/>
            <a:ext cx="457200" cy="457200"/>
          </a:xfrm>
          <a:prstGeom prst="rect">
            <a:avLst/>
          </a:prstGeom>
        </p:spPr>
      </p:pic>
      <p:pic>
        <p:nvPicPr>
          <p:cNvPr id="152" name="Grafikk 151">
            <a:extLst>
              <a:ext uri="{FF2B5EF4-FFF2-40B4-BE49-F238E27FC236}">
                <a16:creationId xmlns:a16="http://schemas.microsoft.com/office/drawing/2014/main" id="{1DA26775-2BF9-3BC2-AB55-6D94C381B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323868" y="2019598"/>
            <a:ext cx="457200" cy="457200"/>
          </a:xfrm>
          <a:prstGeom prst="rect">
            <a:avLst/>
          </a:prstGeom>
        </p:spPr>
      </p:pic>
      <p:pic>
        <p:nvPicPr>
          <p:cNvPr id="34" name="Grafikk 33">
            <a:extLst>
              <a:ext uri="{FF2B5EF4-FFF2-40B4-BE49-F238E27FC236}">
                <a16:creationId xmlns:a16="http://schemas.microsoft.com/office/drawing/2014/main" id="{07A6A131-F65B-EDF1-A0C3-C4CFCADB3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60363" y="2019598"/>
            <a:ext cx="457200" cy="457200"/>
          </a:xfrm>
          <a:prstGeom prst="rect">
            <a:avLst/>
          </a:prstGeom>
        </p:spPr>
      </p:pic>
      <p:pic>
        <p:nvPicPr>
          <p:cNvPr id="36" name="Grafikk 35">
            <a:extLst>
              <a:ext uri="{FF2B5EF4-FFF2-40B4-BE49-F238E27FC236}">
                <a16:creationId xmlns:a16="http://schemas.microsoft.com/office/drawing/2014/main" id="{F9BCF153-B379-F29F-F697-AD78A80D7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099117" y="2019598"/>
            <a:ext cx="457200" cy="457200"/>
          </a:xfrm>
          <a:prstGeom prst="rect">
            <a:avLst/>
          </a:prstGeom>
        </p:spPr>
      </p:pic>
      <p:pic>
        <p:nvPicPr>
          <p:cNvPr id="40" name="Grafikk 39">
            <a:extLst>
              <a:ext uri="{FF2B5EF4-FFF2-40B4-BE49-F238E27FC236}">
                <a16:creationId xmlns:a16="http://schemas.microsoft.com/office/drawing/2014/main" id="{18AA2D88-2595-2069-B6B2-46B4898DF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062622" y="2019598"/>
            <a:ext cx="457200" cy="457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DF36EC6-D243-2624-10F2-DF693401F9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09149" y="1942818"/>
            <a:ext cx="3412222" cy="44250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</p:spPr>
        <p:txBody>
          <a:bodyPr wrap="square" lIns="144000" tIns="72000" rIns="144000" bIns="72000" rtlCol="0" anchor="ctr" anchorCtr="0">
            <a:spAutoFit/>
          </a:bodyPr>
          <a:lstStyle/>
          <a:p>
            <a:r>
              <a:rPr lang="nb-NO" sz="1000" dirty="0">
                <a:solidFill>
                  <a:schemeClr val="tx2"/>
                </a:solidFill>
              </a:rPr>
              <a:t>GRADIENTS: </a:t>
            </a:r>
            <a:r>
              <a:rPr lang="nb-NO" sz="1050" spc="20" dirty="0">
                <a:solidFill>
                  <a:schemeClr val="tx2"/>
                </a:solidFill>
              </a:rPr>
              <a:t> </a:t>
            </a:r>
            <a:r>
              <a:rPr lang="nb-NO" sz="1100" spc="20" dirty="0">
                <a:solidFill>
                  <a:schemeClr val="tx2"/>
                </a:solidFill>
                <a:hlinkClick r:id="rId7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https://tinyurl.com/bde7msak</a:t>
            </a:r>
            <a:endParaRPr lang="nb-NO" sz="1200" spc="20" dirty="0">
              <a:solidFill>
                <a:schemeClr val="tx2"/>
              </a:solidFill>
            </a:endParaRPr>
          </a:p>
        </p:txBody>
      </p:sp>
      <p:pic>
        <p:nvPicPr>
          <p:cNvPr id="62" name="Grafikk 61">
            <a:extLst>
              <a:ext uri="{FF2B5EF4-FFF2-40B4-BE49-F238E27FC236}">
                <a16:creationId xmlns:a16="http://schemas.microsoft.com/office/drawing/2014/main" id="{9DCDEC49-F75E-2EE1-A1E5-98EB1387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837871" y="1150044"/>
            <a:ext cx="457200" cy="457200"/>
          </a:xfrm>
          <a:prstGeom prst="rect">
            <a:avLst/>
          </a:prstGeom>
        </p:spPr>
      </p:pic>
      <p:pic>
        <p:nvPicPr>
          <p:cNvPr id="76" name="Grafikk 75">
            <a:extLst>
              <a:ext uri="{FF2B5EF4-FFF2-40B4-BE49-F238E27FC236}">
                <a16:creationId xmlns:a16="http://schemas.microsoft.com/office/drawing/2014/main" id="{9D9ABDC0-3AD0-A390-5D7D-2B565E2CD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0702919" y="2874455"/>
            <a:ext cx="457200" cy="457200"/>
          </a:xfrm>
          <a:prstGeom prst="rect">
            <a:avLst/>
          </a:prstGeom>
        </p:spPr>
      </p:pic>
      <p:pic>
        <p:nvPicPr>
          <p:cNvPr id="98" name="Grafikk 97">
            <a:extLst>
              <a:ext uri="{FF2B5EF4-FFF2-40B4-BE49-F238E27FC236}">
                <a16:creationId xmlns:a16="http://schemas.microsoft.com/office/drawing/2014/main" id="{7310846D-7DD6-89CC-09BC-F4A0053BD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60363" y="1150044"/>
            <a:ext cx="457200" cy="457200"/>
          </a:xfrm>
          <a:prstGeom prst="rect">
            <a:avLst/>
          </a:prstGeom>
        </p:spPr>
      </p:pic>
      <p:pic>
        <p:nvPicPr>
          <p:cNvPr id="8" name="Grafikk 7">
            <a:extLst>
              <a:ext uri="{FF2B5EF4-FFF2-40B4-BE49-F238E27FC236}">
                <a16:creationId xmlns:a16="http://schemas.microsoft.com/office/drawing/2014/main" id="{D473F520-5357-CFE3-0295-ED23B6F9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2576625" y="1150044"/>
            <a:ext cx="457200" cy="457200"/>
          </a:xfrm>
          <a:prstGeom prst="rect">
            <a:avLst/>
          </a:prstGeom>
        </p:spPr>
      </p:pic>
      <p:pic>
        <p:nvPicPr>
          <p:cNvPr id="10" name="Grafikk 9">
            <a:extLst>
              <a:ext uri="{FF2B5EF4-FFF2-40B4-BE49-F238E27FC236}">
                <a16:creationId xmlns:a16="http://schemas.microsoft.com/office/drawing/2014/main" id="{E6934EF9-26DE-E2EF-F07A-841A5EBF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315379" y="1150044"/>
            <a:ext cx="457200" cy="457200"/>
          </a:xfrm>
          <a:prstGeom prst="rect">
            <a:avLst/>
          </a:prstGeom>
        </p:spPr>
      </p:pic>
      <p:pic>
        <p:nvPicPr>
          <p:cNvPr id="12" name="Grafikk 11">
            <a:extLst>
              <a:ext uri="{FF2B5EF4-FFF2-40B4-BE49-F238E27FC236}">
                <a16:creationId xmlns:a16="http://schemas.microsoft.com/office/drawing/2014/main" id="{8D57E5F8-8CC8-B6B1-46A0-8E8464CF7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4054133" y="1150044"/>
            <a:ext cx="457200" cy="457200"/>
          </a:xfrm>
          <a:prstGeom prst="rect">
            <a:avLst/>
          </a:prstGeom>
        </p:spPr>
      </p:pic>
      <p:pic>
        <p:nvPicPr>
          <p:cNvPr id="26" name="Grafikk 25">
            <a:extLst>
              <a:ext uri="{FF2B5EF4-FFF2-40B4-BE49-F238E27FC236}">
                <a16:creationId xmlns:a16="http://schemas.microsoft.com/office/drawing/2014/main" id="{6F55A9C4-4AFF-0866-80CC-2D07D7BAE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964165" y="2874455"/>
            <a:ext cx="457200" cy="457200"/>
          </a:xfrm>
          <a:prstGeom prst="rect">
            <a:avLst/>
          </a:prstGeom>
        </p:spPr>
      </p:pic>
      <p:pic>
        <p:nvPicPr>
          <p:cNvPr id="122" name="Grafikk 121">
            <a:extLst>
              <a:ext uri="{FF2B5EF4-FFF2-40B4-BE49-F238E27FC236}">
                <a16:creationId xmlns:a16="http://schemas.microsoft.com/office/drawing/2014/main" id="{44CD736E-2422-F9CD-2342-217BD3E7D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225411" y="2874455"/>
            <a:ext cx="457200" cy="457200"/>
          </a:xfrm>
          <a:prstGeom prst="rect">
            <a:avLst/>
          </a:prstGeom>
        </p:spPr>
      </p:pic>
      <p:pic>
        <p:nvPicPr>
          <p:cNvPr id="38" name="Grafikk 37">
            <a:extLst>
              <a:ext uri="{FF2B5EF4-FFF2-40B4-BE49-F238E27FC236}">
                <a16:creationId xmlns:a16="http://schemas.microsoft.com/office/drawing/2014/main" id="{63960439-3CF4-7DB9-5B02-564A7F720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099117" y="1150044"/>
            <a:ext cx="457200" cy="457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6909663-6EF4-9E28-BE49-1EC93376B0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09149" y="1250611"/>
            <a:ext cx="3412222" cy="44250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</p:spPr>
        <p:txBody>
          <a:bodyPr wrap="square" lIns="144000" tIns="72000" rIns="144000" bIns="72000" rtlCol="0" anchor="ctr" anchorCtr="0">
            <a:spAutoFit/>
          </a:bodyPr>
          <a:lstStyle/>
          <a:p>
            <a:r>
              <a:rPr lang="nb-NO" sz="1000" dirty="0">
                <a:solidFill>
                  <a:schemeClr val="tx2"/>
                </a:solidFill>
              </a:rPr>
              <a:t>BRAND IMAGES: </a:t>
            </a:r>
            <a:r>
              <a:rPr lang="nb-NO" sz="1050" dirty="0">
                <a:solidFill>
                  <a:schemeClr val="tx2"/>
                </a:solidFill>
              </a:rPr>
              <a:t> </a:t>
            </a:r>
            <a:r>
              <a:rPr lang="nb-NO" sz="1100" spc="20" dirty="0">
                <a:solidFill>
                  <a:schemeClr val="tx2"/>
                </a:solidFill>
                <a:hlinkClick r:id="rId8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https://tinyurl.com/8hdpav8f</a:t>
            </a:r>
            <a:endParaRPr lang="nb-NO" sz="1200" spc="2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10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60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0FE7-F5D4-D597-BBCE-B477A1A3CB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FE7C9-14AB-3EAF-9E5D-5EB962F87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300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04920-5549-E8E4-89EA-533D4C637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86CF5F-C367-4C3F-7CFA-CACD7C43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707F5-28C4-507B-9873-D263B3696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7137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7D125E3-6494-2675-4A4E-CE75E8A01D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UN SDG </a:t>
            </a:r>
            <a:r>
              <a:rPr lang="nb-NO">
                <a:solidFill>
                  <a:schemeClr val="accent1"/>
                </a:solidFill>
              </a:rPr>
              <a:t>(SVG)</a:t>
            </a:r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A62E92A3-5E4A-63C0-6855-0AA34C135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859031" y="3149065"/>
            <a:ext cx="720000" cy="720000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30F84228-FDE8-4CDA-BD76-F5DDB70D3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40927" y="3149065"/>
            <a:ext cx="720000" cy="720000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83F8F92B-207A-E7FF-F220-815C0C0BE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04719" y="3149065"/>
            <a:ext cx="720000" cy="720000"/>
          </a:xfrm>
          <a:prstGeom prst="rect">
            <a:avLst/>
          </a:prstGeo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520E6EB2-AC9D-AE49-F4EA-B4D16E107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86615" y="3149065"/>
            <a:ext cx="720000" cy="720000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DB3B7834-34FB-D937-AC32-3BC62A0B1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777135" y="2252162"/>
            <a:ext cx="720000" cy="720000"/>
          </a:xfrm>
          <a:prstGeom prst="rect">
            <a:avLst/>
          </a:prstGeom>
        </p:spPr>
      </p:pic>
      <p:pic>
        <p:nvPicPr>
          <p:cNvPr id="9" name="Bilde 8">
            <a:extLst>
              <a:ext uri="{FF2B5EF4-FFF2-40B4-BE49-F238E27FC236}">
                <a16:creationId xmlns:a16="http://schemas.microsoft.com/office/drawing/2014/main" id="{AF0D70AE-1DC4-B5B3-F779-FBCC3AD2D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59031" y="2252162"/>
            <a:ext cx="720000" cy="72000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28278896-9896-17BA-17E2-CDBA8DAA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940927" y="2252162"/>
            <a:ext cx="720000" cy="720000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1C564D48-BABA-7FB6-DA7D-ADD2A53A8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22823" y="2252162"/>
            <a:ext cx="720000" cy="720000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77F7291F-5E25-CF19-CCFB-6CF21E3B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104719" y="2252162"/>
            <a:ext cx="720000" cy="720000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C1B53AE7-A4F3-4F74-26A2-5CDEEB99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186615" y="2252162"/>
            <a:ext cx="720000" cy="720000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B417762F-353C-7A40-4715-55183EB65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777135" y="1355259"/>
            <a:ext cx="720000" cy="720000"/>
          </a:xfrm>
          <a:prstGeom prst="rect">
            <a:avLst/>
          </a:prstGeom>
        </p:spPr>
      </p:pic>
      <p:pic>
        <p:nvPicPr>
          <p:cNvPr id="15" name="Bilde 14">
            <a:extLst>
              <a:ext uri="{FF2B5EF4-FFF2-40B4-BE49-F238E27FC236}">
                <a16:creationId xmlns:a16="http://schemas.microsoft.com/office/drawing/2014/main" id="{8116B72E-6DB2-E11F-414F-F7624609D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859031" y="1355259"/>
            <a:ext cx="720000" cy="720000"/>
          </a:xfrm>
          <a:prstGeom prst="rect">
            <a:avLst/>
          </a:prstGeom>
        </p:spPr>
      </p:pic>
      <p:pic>
        <p:nvPicPr>
          <p:cNvPr id="16" name="Bilde 15">
            <a:extLst>
              <a:ext uri="{FF2B5EF4-FFF2-40B4-BE49-F238E27FC236}">
                <a16:creationId xmlns:a16="http://schemas.microsoft.com/office/drawing/2014/main" id="{B70499E4-4D83-E7CB-A47D-3EA91C0E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940927" y="1355259"/>
            <a:ext cx="720000" cy="720000"/>
          </a:xfrm>
          <a:prstGeom prst="rect">
            <a:avLst/>
          </a:prstGeom>
        </p:spPr>
      </p:pic>
      <p:pic>
        <p:nvPicPr>
          <p:cNvPr id="17" name="Bilde 16">
            <a:extLst>
              <a:ext uri="{FF2B5EF4-FFF2-40B4-BE49-F238E27FC236}">
                <a16:creationId xmlns:a16="http://schemas.microsoft.com/office/drawing/2014/main" id="{49562C06-209B-AE5E-14F7-01903FF81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022823" y="1355259"/>
            <a:ext cx="720000" cy="720000"/>
          </a:xfrm>
          <a:prstGeom prst="rect">
            <a:avLst/>
          </a:prstGeom>
        </p:spPr>
      </p:pic>
      <p:pic>
        <p:nvPicPr>
          <p:cNvPr id="18" name="Bilde 17">
            <a:extLst>
              <a:ext uri="{FF2B5EF4-FFF2-40B4-BE49-F238E27FC236}">
                <a16:creationId xmlns:a16="http://schemas.microsoft.com/office/drawing/2014/main" id="{64A63BAB-3282-A7A1-41EE-238DF506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104719" y="1355259"/>
            <a:ext cx="720000" cy="720000"/>
          </a:xfrm>
          <a:prstGeom prst="rect">
            <a:avLst/>
          </a:prstGeom>
        </p:spPr>
      </p:pic>
      <p:pic>
        <p:nvPicPr>
          <p:cNvPr id="19" name="Bilde 18">
            <a:extLst>
              <a:ext uri="{FF2B5EF4-FFF2-40B4-BE49-F238E27FC236}">
                <a16:creationId xmlns:a16="http://schemas.microsoft.com/office/drawing/2014/main" id="{0FBF3B4D-1C88-6A19-45E1-B3B9DEDC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186615" y="1355259"/>
            <a:ext cx="720000" cy="720000"/>
          </a:xfrm>
          <a:prstGeom prst="rect">
            <a:avLst/>
          </a:prstGeom>
        </p:spPr>
      </p:pic>
      <p:pic>
        <p:nvPicPr>
          <p:cNvPr id="20" name="Bilde 19">
            <a:extLst>
              <a:ext uri="{FF2B5EF4-FFF2-40B4-BE49-F238E27FC236}">
                <a16:creationId xmlns:a16="http://schemas.microsoft.com/office/drawing/2014/main" id="{7B0896B2-688D-3FFC-5282-6866F1A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022823" y="314906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18077"/>
      </p:ext>
    </p:extLst>
  </p:cSld>
  <p:clrMapOvr>
    <a:masterClrMapping/>
  </p:clrMapOvr>
</p:sld>
</file>

<file path=ppt/theme/theme1.xml><?xml version="1.0" encoding="utf-8"?>
<a:theme xmlns:a="http://schemas.openxmlformats.org/drawingml/2006/main" name="Knowit2024">
  <a:themeElements>
    <a:clrScheme name="Knowit2024">
      <a:dk1>
        <a:srgbClr val="000000"/>
      </a:dk1>
      <a:lt1>
        <a:srgbClr val="FFFFFF"/>
      </a:lt1>
      <a:dk2>
        <a:srgbClr val="0B0B26"/>
      </a:dk2>
      <a:lt2>
        <a:srgbClr val="FEFBE6"/>
      </a:lt2>
      <a:accent1>
        <a:srgbClr val="9795FF"/>
      </a:accent1>
      <a:accent2>
        <a:srgbClr val="FFD6B8"/>
      </a:accent2>
      <a:accent3>
        <a:srgbClr val="55D340"/>
      </a:accent3>
      <a:accent4>
        <a:srgbClr val="FEFBE6"/>
      </a:accent4>
      <a:accent5>
        <a:srgbClr val="FCB27C"/>
      </a:accent5>
      <a:accent6>
        <a:srgbClr val="CFCEFF"/>
      </a:accent6>
      <a:hlink>
        <a:srgbClr val="5E5BFF"/>
      </a:hlink>
      <a:folHlink>
        <a:srgbClr val="5E5BFF"/>
      </a:folHlink>
    </a:clrScheme>
    <a:fontScheme name="Knowit2023">
      <a:majorFont>
        <a:latin typeface="Bagoss Standard Light"/>
        <a:ea typeface=""/>
        <a:cs typeface=""/>
      </a:majorFont>
      <a:minorFont>
        <a:latin typeface="Bagoss Standar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t"/>
      <a:lstStyle>
        <a:defPPr algn="l">
          <a:defRPr sz="1200" dirty="0" smtClean="0">
            <a:solidFill>
              <a:srgbClr val="0B0B26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372AC6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nowit-template_2026" id="{331B7A6D-B392-1E41-8ECC-41681AEB190F}" vid="{DB7D80B6-EC01-3B40-B9CF-9326F149E8A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nowit23">
      <a:majorFont>
        <a:latin typeface="Bagoss Standard"/>
        <a:ea typeface=""/>
        <a:cs typeface=""/>
      </a:majorFont>
      <a:minorFont>
        <a:latin typeface="Bagoss Stand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nowit23">
      <a:majorFont>
        <a:latin typeface="Bagoss Standard"/>
        <a:ea typeface=""/>
        <a:cs typeface=""/>
      </a:majorFont>
      <a:minorFont>
        <a:latin typeface="Bagoss Stand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CD7BB8A18268C40ADFDF66ACDD7D99B" ma:contentTypeVersion="6" ma:contentTypeDescription="Skapa ett nytt dokument." ma:contentTypeScope="" ma:versionID="251e1425783d74eebadaf9a3155748f2">
  <xsd:schema xmlns:xsd="http://www.w3.org/2001/XMLSchema" xmlns:xs="http://www.w3.org/2001/XMLSchema" xmlns:p="http://schemas.microsoft.com/office/2006/metadata/properties" xmlns:ns2="7ff4ce8b-b498-4224-8674-465801733e27" xmlns:ns3="76519d8d-a59f-4f60-a94e-67e874e703d7" targetNamespace="http://schemas.microsoft.com/office/2006/metadata/properties" ma:root="true" ma:fieldsID="49507c2d854694c8f71d2e4a7d4b5f76" ns2:_="" ns3:_="">
    <xsd:import namespace="7ff4ce8b-b498-4224-8674-465801733e27"/>
    <xsd:import namespace="76519d8d-a59f-4f60-a94e-67e874e703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4ce8b-b498-4224-8674-465801733e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519d8d-a59f-4f60-a94e-67e874e703d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54504A-90CA-434F-99DB-9378BE9A4969}">
  <ds:schemaRefs>
    <ds:schemaRef ds:uri="7ff4ce8b-b498-4224-8674-465801733e27"/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76519d8d-a59f-4f60-a94e-67e874e703d7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9515DAA-DCA1-4EB1-8741-0E08F2B29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f4ce8b-b498-4224-8674-465801733e27"/>
    <ds:schemaRef ds:uri="76519d8d-a59f-4f60-a94e-67e874e703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5AC7B-008F-4C0E-BBB3-CEBB0B636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Knowit template</Template>
  <TotalTime>0</TotalTime>
  <Words>147</Words>
  <Application>Microsoft Office PowerPoint</Application>
  <PresentationFormat>Custom</PresentationFormat>
  <Paragraphs>24</Paragraphs>
  <Slides>7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Bagoss Standard</vt:lpstr>
      <vt:lpstr>Bagoss Standard Light</vt:lpstr>
      <vt:lpstr>Wingdings</vt:lpstr>
      <vt:lpstr>Knowit2024</vt:lpstr>
      <vt:lpstr>Ground rules</vt:lpstr>
      <vt:lpstr>PowerPoint tips</vt:lpstr>
      <vt:lpstr>Our icons</vt:lpstr>
      <vt:lpstr>PowerPoint Presentation</vt:lpstr>
      <vt:lpstr>PowerPoint Presentation</vt:lpstr>
      <vt:lpstr>PowerPoint Presentation</vt:lpstr>
      <vt:lpstr>UN SDG (SVG)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Fredrik Edlund Oldenburg</dc:creator>
  <cp:keywords/>
  <dc:description/>
  <cp:lastModifiedBy>Fredrik Edlund Oldenburg</cp:lastModifiedBy>
  <cp:revision>1</cp:revision>
  <dcterms:created xsi:type="dcterms:W3CDTF">2026-04-10T13:09:53Z</dcterms:created>
  <dcterms:modified xsi:type="dcterms:W3CDTF">2026-04-10T13:10:02Z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0x0101003CD7BB8A18268C40ADFDF66ACDD7D99B</vt:lpwstr>
  </property>
  <property fmtid="{D5CDD505-2E9C-101B-9397-08002B2CF9AE}" pid="3" name="MSIP_Label_50821336-263d-4940-a74c-ab7373b99eed_Enabled">
    <vt:lpwstr>true</vt:lpwstr>
  </property>
  <property fmtid="{D5CDD505-2E9C-101B-9397-08002B2CF9AE}" pid="4" name="MSIP_Label_50821336-263d-4940-a74c-ab7373b99eed_SetDate">
    <vt:lpwstr>2025-11-14T10:24:16Z</vt:lpwstr>
  </property>
  <property fmtid="{D5CDD505-2E9C-101B-9397-08002B2CF9AE}" pid="5" name="MSIP_Label_50821336-263d-4940-a74c-ab7373b99eed_Method">
    <vt:lpwstr>Privileged</vt:lpwstr>
  </property>
  <property fmtid="{D5CDD505-2E9C-101B-9397-08002B2CF9AE}" pid="6" name="MSIP_Label_50821336-263d-4940-a74c-ab7373b99eed_Name">
    <vt:lpwstr>Internal</vt:lpwstr>
  </property>
  <property fmtid="{D5CDD505-2E9C-101B-9397-08002B2CF9AE}" pid="7" name="MSIP_Label_50821336-263d-4940-a74c-ab7373b99eed_SiteId">
    <vt:lpwstr>6735929c-9dbf-473b-9fc6-5fbdcd2c9fc4</vt:lpwstr>
  </property>
  <property fmtid="{D5CDD505-2E9C-101B-9397-08002B2CF9AE}" pid="8" name="MSIP_Label_50821336-263d-4940-a74c-ab7373b99eed_ActionId">
    <vt:lpwstr>ca893dc2-fad9-4fdd-a547-842264dff6cd</vt:lpwstr>
  </property>
  <property fmtid="{D5CDD505-2E9C-101B-9397-08002B2CF9AE}" pid="9" name="MSIP_Label_50821336-263d-4940-a74c-ab7373b99eed_ContentBits">
    <vt:lpwstr>0</vt:lpwstr>
  </property>
  <property fmtid="{D5CDD505-2E9C-101B-9397-08002B2CF9AE}" pid="10" name="MSIP_Label_50821336-263d-4940-a74c-ab7373b99eed_Tag">
    <vt:lpwstr>50, 0, 1, 1</vt:lpwstr>
  </property>
</Properties>
</file>